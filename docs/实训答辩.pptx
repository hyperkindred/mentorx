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5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23"/>
  </p:notesMasterIdLst>
  <p:handoutMasterIdLst>
    <p:handoutMasterId r:id="rId24"/>
  </p:handoutMasterIdLst>
  <p:sldIdLst>
    <p:sldId id="256" r:id="rId3"/>
    <p:sldId id="257" r:id="rId4"/>
    <p:sldId id="258" r:id="rId5"/>
    <p:sldId id="296" r:id="rId6"/>
    <p:sldId id="268" r:id="rId7"/>
    <p:sldId id="287" r:id="rId8"/>
    <p:sldId id="308" r:id="rId9"/>
    <p:sldId id="259" r:id="rId10"/>
    <p:sldId id="315" r:id="rId11"/>
    <p:sldId id="274" r:id="rId12"/>
    <p:sldId id="275" r:id="rId13"/>
    <p:sldId id="286" r:id="rId14"/>
    <p:sldId id="281" r:id="rId15"/>
    <p:sldId id="261" r:id="rId16"/>
    <p:sldId id="277" r:id="rId17"/>
    <p:sldId id="276" r:id="rId18"/>
    <p:sldId id="262" r:id="rId19"/>
    <p:sldId id="314" r:id="rId20"/>
    <p:sldId id="307" r:id="rId21"/>
    <p:sldId id="260" r:id="rId22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1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1644"/>
    <a:srgbClr val="46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9" autoAdjust="0"/>
    <p:restoredTop sz="86919" autoAdjust="0"/>
  </p:normalViewPr>
  <p:slideViewPr>
    <p:cSldViewPr snapToGrid="0" showGuides="1">
      <p:cViewPr>
        <p:scale>
          <a:sx n="83" d="100"/>
          <a:sy n="83" d="100"/>
        </p:scale>
        <p:origin x="348" y="-189"/>
      </p:cViewPr>
      <p:guideLst>
        <p:guide orient="horz" pos="281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2025/7/1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‹#›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7727C90E-6408-427F-BAC2-9AC58EDC984A}" type="datetimeFigureOut">
              <a:rPr lang="zh-CN" altLang="en-US" smtClean="0"/>
              <a:pPr/>
              <a:t>2025/7/1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B6545C79-5DA0-4BFE-858A-16777EBA3E7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9E8C-85B5-4D75-A8E5-5DDABF49D0A9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0376D-C092-4821-9306-6B64661B54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4861932" y="713679"/>
            <a:ext cx="3494049" cy="6144321"/>
          </a:xfrm>
          <a:custGeom>
            <a:avLst/>
            <a:gdLst>
              <a:gd name="connsiteX0" fmla="*/ 0 w 3494049"/>
              <a:gd name="connsiteY0" fmla="*/ 0 h 6144321"/>
              <a:gd name="connsiteX1" fmla="*/ 3494049 w 3494049"/>
              <a:gd name="connsiteY1" fmla="*/ 0 h 6144321"/>
              <a:gd name="connsiteX2" fmla="*/ 3494049 w 3494049"/>
              <a:gd name="connsiteY2" fmla="*/ 6144321 h 6144321"/>
              <a:gd name="connsiteX3" fmla="*/ 0 w 3494049"/>
              <a:gd name="connsiteY3" fmla="*/ 6144321 h 6144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4049" h="6144321">
                <a:moveTo>
                  <a:pt x="0" y="0"/>
                </a:moveTo>
                <a:lnTo>
                  <a:pt x="3494049" y="0"/>
                </a:lnTo>
                <a:lnTo>
                  <a:pt x="3494049" y="6144321"/>
                </a:lnTo>
                <a:lnTo>
                  <a:pt x="0" y="6144321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>
            <a:noAutofit/>
          </a:bodyPr>
          <a:lstStyle>
            <a:lvl1pPr>
              <a:defRPr lang="en-US" sz="1400" b="1" i="1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8697951" y="713679"/>
            <a:ext cx="3494049" cy="6144321"/>
          </a:xfrm>
          <a:custGeom>
            <a:avLst/>
            <a:gdLst>
              <a:gd name="connsiteX0" fmla="*/ 0 w 3494049"/>
              <a:gd name="connsiteY0" fmla="*/ 0 h 6144321"/>
              <a:gd name="connsiteX1" fmla="*/ 3494049 w 3494049"/>
              <a:gd name="connsiteY1" fmla="*/ 0 h 6144321"/>
              <a:gd name="connsiteX2" fmla="*/ 3494049 w 3494049"/>
              <a:gd name="connsiteY2" fmla="*/ 6144321 h 6144321"/>
              <a:gd name="connsiteX3" fmla="*/ 0 w 3494049"/>
              <a:gd name="connsiteY3" fmla="*/ 6144321 h 6144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4049" h="6144321">
                <a:moveTo>
                  <a:pt x="0" y="0"/>
                </a:moveTo>
                <a:lnTo>
                  <a:pt x="3494049" y="0"/>
                </a:lnTo>
                <a:lnTo>
                  <a:pt x="3494049" y="6144321"/>
                </a:lnTo>
                <a:lnTo>
                  <a:pt x="0" y="6144321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>
            <a:noAutofit/>
          </a:bodyPr>
          <a:lstStyle>
            <a:lvl1pPr>
              <a:defRPr lang="en-US" sz="1400" b="1" i="1"/>
            </a:lvl1pPr>
          </a:lstStyle>
          <a:p>
            <a:pPr marL="0" lvl="0" indent="0">
              <a:buNone/>
            </a:pPr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ur="75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animBg="1"/>
    </p:bldLst>
  </p:timing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23851" y="342902"/>
            <a:ext cx="11544300" cy="4988053"/>
          </a:xfrm>
          <a:custGeom>
            <a:avLst/>
            <a:gdLst>
              <a:gd name="connsiteX0" fmla="*/ 0 w 11544300"/>
              <a:gd name="connsiteY0" fmla="*/ 0 h 4988053"/>
              <a:gd name="connsiteX1" fmla="*/ 11544300 w 11544300"/>
              <a:gd name="connsiteY1" fmla="*/ 0 h 4988053"/>
              <a:gd name="connsiteX2" fmla="*/ 11544300 w 11544300"/>
              <a:gd name="connsiteY2" fmla="*/ 4988053 h 4988053"/>
              <a:gd name="connsiteX3" fmla="*/ 0 w 11544300"/>
              <a:gd name="connsiteY3" fmla="*/ 4988053 h 4988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44300" h="4988053">
                <a:moveTo>
                  <a:pt x="0" y="0"/>
                </a:moveTo>
                <a:lnTo>
                  <a:pt x="11544300" y="0"/>
                </a:lnTo>
                <a:lnTo>
                  <a:pt x="11544300" y="4988053"/>
                </a:lnTo>
                <a:lnTo>
                  <a:pt x="0" y="4988053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 lang="en-US" sz="1400" b="1" i="1"/>
            </a:lvl1pPr>
          </a:lstStyle>
          <a:p>
            <a:pPr marL="0" lvl="0" indent="0">
              <a:buNone/>
            </a:pPr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sh dir="u"/>
  </p:transition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6095999" y="-1"/>
            <a:ext cx="6096001" cy="3429000"/>
          </a:xfrm>
          <a:custGeom>
            <a:avLst/>
            <a:gdLst>
              <a:gd name="connsiteX0" fmla="*/ 0 w 6096000"/>
              <a:gd name="connsiteY0" fmla="*/ 0 h 3429000"/>
              <a:gd name="connsiteX1" fmla="*/ 6096000 w 6096000"/>
              <a:gd name="connsiteY1" fmla="*/ 0 h 3429000"/>
              <a:gd name="connsiteX2" fmla="*/ 6096000 w 6096000"/>
              <a:gd name="connsiteY2" fmla="*/ 3429000 h 3429000"/>
              <a:gd name="connsiteX3" fmla="*/ 0 w 6096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342900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>
            <a:noAutofit/>
          </a:bodyPr>
          <a:lstStyle>
            <a:lvl1pPr>
              <a:defRPr lang="en-US" sz="1400" b="1" i="1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0" y="3429000"/>
            <a:ext cx="6096001" cy="3429000"/>
          </a:xfrm>
          <a:custGeom>
            <a:avLst/>
            <a:gdLst>
              <a:gd name="connsiteX0" fmla="*/ 0 w 6096000"/>
              <a:gd name="connsiteY0" fmla="*/ 0 h 3429000"/>
              <a:gd name="connsiteX1" fmla="*/ 6096000 w 6096000"/>
              <a:gd name="connsiteY1" fmla="*/ 0 h 3429000"/>
              <a:gd name="connsiteX2" fmla="*/ 6096000 w 6096000"/>
              <a:gd name="connsiteY2" fmla="*/ 3429000 h 3429000"/>
              <a:gd name="connsiteX3" fmla="*/ 0 w 6096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342900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>
            <a:noAutofit/>
          </a:bodyPr>
          <a:lstStyle>
            <a:lvl1pPr>
              <a:defRPr lang="en-US" sz="1400" b="1" i="1"/>
            </a:lvl1pPr>
          </a:lstStyle>
          <a:p>
            <a:pPr marL="0" lvl="0" indent="0">
              <a:buNone/>
            </a:pPr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ur="75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animBg="1"/>
    </p:bldLst>
  </p:timing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1325882" y="2105471"/>
            <a:ext cx="2148035" cy="2182598"/>
          </a:xfrm>
          <a:custGeom>
            <a:avLst/>
            <a:gdLst>
              <a:gd name="connsiteX0" fmla="*/ 0 w 2148035"/>
              <a:gd name="connsiteY0" fmla="*/ 0 h 2182598"/>
              <a:gd name="connsiteX1" fmla="*/ 2148035 w 2148035"/>
              <a:gd name="connsiteY1" fmla="*/ 0 h 2182598"/>
              <a:gd name="connsiteX2" fmla="*/ 2148035 w 2148035"/>
              <a:gd name="connsiteY2" fmla="*/ 2182598 h 2182598"/>
              <a:gd name="connsiteX3" fmla="*/ 0 w 2148035"/>
              <a:gd name="connsiteY3" fmla="*/ 2182598 h 2182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035" h="2182598">
                <a:moveTo>
                  <a:pt x="0" y="0"/>
                </a:moveTo>
                <a:lnTo>
                  <a:pt x="2148035" y="0"/>
                </a:lnTo>
                <a:lnTo>
                  <a:pt x="2148035" y="2182598"/>
                </a:lnTo>
                <a:lnTo>
                  <a:pt x="0" y="2182598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>
            <a:noAutofit/>
          </a:bodyPr>
          <a:lstStyle>
            <a:lvl1pPr>
              <a:defRPr lang="en-US" sz="1400" b="1" i="1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3792715" y="2105471"/>
            <a:ext cx="2148035" cy="2182598"/>
          </a:xfrm>
          <a:custGeom>
            <a:avLst/>
            <a:gdLst>
              <a:gd name="connsiteX0" fmla="*/ 0 w 2148035"/>
              <a:gd name="connsiteY0" fmla="*/ 0 h 2182598"/>
              <a:gd name="connsiteX1" fmla="*/ 2148035 w 2148035"/>
              <a:gd name="connsiteY1" fmla="*/ 0 h 2182598"/>
              <a:gd name="connsiteX2" fmla="*/ 2148035 w 2148035"/>
              <a:gd name="connsiteY2" fmla="*/ 2182598 h 2182598"/>
              <a:gd name="connsiteX3" fmla="*/ 0 w 2148035"/>
              <a:gd name="connsiteY3" fmla="*/ 2182598 h 2182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035" h="2182598">
                <a:moveTo>
                  <a:pt x="0" y="0"/>
                </a:moveTo>
                <a:lnTo>
                  <a:pt x="2148035" y="0"/>
                </a:lnTo>
                <a:lnTo>
                  <a:pt x="2148035" y="2182598"/>
                </a:lnTo>
                <a:lnTo>
                  <a:pt x="0" y="2182598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>
            <a:noAutofit/>
          </a:bodyPr>
          <a:lstStyle>
            <a:lvl1pPr>
              <a:defRPr lang="en-US" sz="1400" b="1" i="1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6259548" y="2105471"/>
            <a:ext cx="2148035" cy="2182598"/>
          </a:xfrm>
          <a:custGeom>
            <a:avLst/>
            <a:gdLst>
              <a:gd name="connsiteX0" fmla="*/ 0 w 2148035"/>
              <a:gd name="connsiteY0" fmla="*/ 0 h 2182598"/>
              <a:gd name="connsiteX1" fmla="*/ 2148035 w 2148035"/>
              <a:gd name="connsiteY1" fmla="*/ 0 h 2182598"/>
              <a:gd name="connsiteX2" fmla="*/ 2148035 w 2148035"/>
              <a:gd name="connsiteY2" fmla="*/ 2182598 h 2182598"/>
              <a:gd name="connsiteX3" fmla="*/ 0 w 2148035"/>
              <a:gd name="connsiteY3" fmla="*/ 2182598 h 2182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035" h="2182598">
                <a:moveTo>
                  <a:pt x="0" y="0"/>
                </a:moveTo>
                <a:lnTo>
                  <a:pt x="2148035" y="0"/>
                </a:lnTo>
                <a:lnTo>
                  <a:pt x="2148035" y="2182598"/>
                </a:lnTo>
                <a:lnTo>
                  <a:pt x="0" y="2182598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>
            <a:noAutofit/>
          </a:bodyPr>
          <a:lstStyle>
            <a:lvl1pPr>
              <a:defRPr lang="en-US" sz="1400" b="1" i="1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8726380" y="2105471"/>
            <a:ext cx="2148035" cy="2182598"/>
          </a:xfrm>
          <a:custGeom>
            <a:avLst/>
            <a:gdLst>
              <a:gd name="connsiteX0" fmla="*/ 0 w 2148035"/>
              <a:gd name="connsiteY0" fmla="*/ 0 h 2182598"/>
              <a:gd name="connsiteX1" fmla="*/ 2148035 w 2148035"/>
              <a:gd name="connsiteY1" fmla="*/ 0 h 2182598"/>
              <a:gd name="connsiteX2" fmla="*/ 2148035 w 2148035"/>
              <a:gd name="connsiteY2" fmla="*/ 2182598 h 2182598"/>
              <a:gd name="connsiteX3" fmla="*/ 0 w 2148035"/>
              <a:gd name="connsiteY3" fmla="*/ 2182598 h 2182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035" h="2182598">
                <a:moveTo>
                  <a:pt x="0" y="0"/>
                </a:moveTo>
                <a:lnTo>
                  <a:pt x="2148035" y="0"/>
                </a:lnTo>
                <a:lnTo>
                  <a:pt x="2148035" y="2182598"/>
                </a:lnTo>
                <a:lnTo>
                  <a:pt x="0" y="2182598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>
            <a:noAutofit/>
          </a:bodyPr>
          <a:lstStyle>
            <a:lvl1pPr>
              <a:defRPr lang="en-US" sz="1400" b="1" i="1"/>
            </a:lvl1pPr>
          </a:lstStyle>
          <a:p>
            <a:pPr marL="0" lvl="0" indent="0">
              <a:buNone/>
            </a:pPr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75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ur="750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ur="750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ur="750" decel="10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animBg="1"/>
      <p:bldP spid="13" grpId="0" animBg="1"/>
      <p:bldP spid="14" grpId="0" animBg="1"/>
    </p:bldLst>
  </p:timing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/>
          <p:cNvSpPr/>
          <p:nvPr userDrawn="1"/>
        </p:nvSpPr>
        <p:spPr>
          <a:xfrm>
            <a:off x="7143868" y="-5727"/>
            <a:ext cx="5044988" cy="6858000"/>
          </a:xfrm>
          <a:custGeom>
            <a:avLst/>
            <a:gdLst>
              <a:gd name="connsiteX0" fmla="*/ 1581150 w 4514850"/>
              <a:gd name="connsiteY0" fmla="*/ 0 h 6858000"/>
              <a:gd name="connsiteX1" fmla="*/ 4514850 w 4514850"/>
              <a:gd name="connsiteY1" fmla="*/ 0 h 6858000"/>
              <a:gd name="connsiteX2" fmla="*/ 4514850 w 4514850"/>
              <a:gd name="connsiteY2" fmla="*/ 6858000 h 6858000"/>
              <a:gd name="connsiteX3" fmla="*/ 1581150 w 4514850"/>
              <a:gd name="connsiteY3" fmla="*/ 6858000 h 6858000"/>
              <a:gd name="connsiteX4" fmla="*/ 0 w 45148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4850" h="6858000">
                <a:moveTo>
                  <a:pt x="1581150" y="0"/>
                </a:moveTo>
                <a:lnTo>
                  <a:pt x="4514850" y="0"/>
                </a:lnTo>
                <a:lnTo>
                  <a:pt x="4514850" y="6858000"/>
                </a:lnTo>
                <a:lnTo>
                  <a:pt x="158115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EAB1C4"/>
              </a:gs>
              <a:gs pos="100000">
                <a:srgbClr val="2BFFF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" name="Oval 3"/>
          <p:cNvSpPr/>
          <p:nvPr userDrawn="1"/>
        </p:nvSpPr>
        <p:spPr>
          <a:xfrm>
            <a:off x="6412632" y="1058839"/>
            <a:ext cx="4206922" cy="4206922"/>
          </a:xfrm>
          <a:prstGeom prst="ellipse">
            <a:avLst/>
          </a:prstGeom>
          <a:solidFill>
            <a:srgbClr val="F8F8F8"/>
          </a:solidFill>
          <a:ln>
            <a:noFill/>
          </a:ln>
          <a:effectLst>
            <a:outerShdw blurRad="1270000" dist="444500" dir="8100000" sx="95000" sy="95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534894" y="1181100"/>
            <a:ext cx="3962400" cy="3962400"/>
          </a:xfrm>
          <a:custGeom>
            <a:avLst/>
            <a:gdLst>
              <a:gd name="connsiteX0" fmla="*/ 1981200 w 3962400"/>
              <a:gd name="connsiteY0" fmla="*/ 0 h 3962400"/>
              <a:gd name="connsiteX1" fmla="*/ 3962400 w 3962400"/>
              <a:gd name="connsiteY1" fmla="*/ 1981200 h 3962400"/>
              <a:gd name="connsiteX2" fmla="*/ 1981200 w 3962400"/>
              <a:gd name="connsiteY2" fmla="*/ 3962400 h 3962400"/>
              <a:gd name="connsiteX3" fmla="*/ 0 w 3962400"/>
              <a:gd name="connsiteY3" fmla="*/ 1981200 h 3962400"/>
              <a:gd name="connsiteX4" fmla="*/ 1981200 w 3962400"/>
              <a:gd name="connsiteY4" fmla="*/ 0 h 396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2400" h="3962400">
                <a:moveTo>
                  <a:pt x="1981200" y="0"/>
                </a:moveTo>
                <a:cubicBezTo>
                  <a:pt x="3075387" y="0"/>
                  <a:pt x="3962400" y="887013"/>
                  <a:pt x="3962400" y="1981200"/>
                </a:cubicBezTo>
                <a:cubicBezTo>
                  <a:pt x="3962400" y="3075387"/>
                  <a:pt x="3075387" y="3962400"/>
                  <a:pt x="1981200" y="3962400"/>
                </a:cubicBezTo>
                <a:cubicBezTo>
                  <a:pt x="887013" y="3962400"/>
                  <a:pt x="0" y="3075387"/>
                  <a:pt x="0" y="1981200"/>
                </a:cubicBezTo>
                <a:cubicBezTo>
                  <a:pt x="0" y="887013"/>
                  <a:pt x="887013" y="0"/>
                  <a:pt x="1981200" y="0"/>
                </a:cubicBez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>
            <a:noAutofit/>
          </a:bodyPr>
          <a:lstStyle>
            <a:lvl1pPr>
              <a:defRPr lang="en-US" sz="1400" b="1" i="1"/>
            </a:lvl1pPr>
          </a:lstStyle>
          <a:p>
            <a:pPr marL="0" lvl="0" indent="0">
              <a:buNone/>
            </a:pPr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bldLvl="0" animBg="1"/>
    </p:bldLst>
  </p:timing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/>
          <p:cNvSpPr/>
          <p:nvPr userDrawn="1"/>
        </p:nvSpPr>
        <p:spPr>
          <a:xfrm>
            <a:off x="1" y="-176982"/>
            <a:ext cx="12191999" cy="4291740"/>
          </a:xfrm>
          <a:custGeom>
            <a:avLst/>
            <a:gdLst>
              <a:gd name="connsiteX0" fmla="*/ 0 w 12191999"/>
              <a:gd name="connsiteY0" fmla="*/ 0 h 4291740"/>
              <a:gd name="connsiteX1" fmla="*/ 12191999 w 12191999"/>
              <a:gd name="connsiteY1" fmla="*/ 0 h 4291740"/>
              <a:gd name="connsiteX2" fmla="*/ 12191999 w 12191999"/>
              <a:gd name="connsiteY2" fmla="*/ 1244082 h 4291740"/>
              <a:gd name="connsiteX3" fmla="*/ 12191998 w 12191999"/>
              <a:gd name="connsiteY3" fmla="*/ 1244082 h 4291740"/>
              <a:gd name="connsiteX4" fmla="*/ 12191998 w 12191999"/>
              <a:gd name="connsiteY4" fmla="*/ 3713545 h 4291740"/>
              <a:gd name="connsiteX5" fmla="*/ 9905998 w 12191999"/>
              <a:gd name="connsiteY5" fmla="*/ 4122524 h 4291740"/>
              <a:gd name="connsiteX6" fmla="*/ 9905998 w 12191999"/>
              <a:gd name="connsiteY6" fmla="*/ 4125232 h 4291740"/>
              <a:gd name="connsiteX7" fmla="*/ 9857087 w 12191999"/>
              <a:gd name="connsiteY7" fmla="*/ 4136195 h 4291740"/>
              <a:gd name="connsiteX8" fmla="*/ 9690569 w 12191999"/>
              <a:gd name="connsiteY8" fmla="*/ 4182739 h 4291740"/>
              <a:gd name="connsiteX9" fmla="*/ 8839877 w 12191999"/>
              <a:gd name="connsiteY9" fmla="*/ 4291723 h 4291740"/>
              <a:gd name="connsiteX10" fmla="*/ 8765196 w 12191999"/>
              <a:gd name="connsiteY10" fmla="*/ 4290006 h 4291740"/>
              <a:gd name="connsiteX11" fmla="*/ 8717158 w 12191999"/>
              <a:gd name="connsiteY11" fmla="*/ 4291490 h 4291740"/>
              <a:gd name="connsiteX12" fmla="*/ 7673594 w 12191999"/>
              <a:gd name="connsiteY12" fmla="*/ 4138313 h 4291740"/>
              <a:gd name="connsiteX13" fmla="*/ 7659974 w 12191999"/>
              <a:gd name="connsiteY13" fmla="*/ 4134175 h 4291740"/>
              <a:gd name="connsiteX14" fmla="*/ 7619998 w 12191999"/>
              <a:gd name="connsiteY14" fmla="*/ 4125232 h 4291740"/>
              <a:gd name="connsiteX15" fmla="*/ 7619998 w 12191999"/>
              <a:gd name="connsiteY15" fmla="*/ 4122032 h 4291740"/>
              <a:gd name="connsiteX16" fmla="*/ 7465547 w 12191999"/>
              <a:gd name="connsiteY16" fmla="*/ 4075115 h 4291740"/>
              <a:gd name="connsiteX17" fmla="*/ 5541753 w 12191999"/>
              <a:gd name="connsiteY17" fmla="*/ 3716264 h 4291740"/>
              <a:gd name="connsiteX18" fmla="*/ 5333999 w 12191999"/>
              <a:gd name="connsiteY18" fmla="*/ 3713545 h 4291740"/>
              <a:gd name="connsiteX19" fmla="*/ 5091621 w 12191999"/>
              <a:gd name="connsiteY19" fmla="*/ 3716264 h 4291740"/>
              <a:gd name="connsiteX20" fmla="*/ 235032 w 12191999"/>
              <a:gd name="connsiteY20" fmla="*/ 4170386 h 4291740"/>
              <a:gd name="connsiteX21" fmla="*/ 0 w 12191999"/>
              <a:gd name="connsiteY21" fmla="*/ 4125232 h 429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4291740">
                <a:moveTo>
                  <a:pt x="0" y="0"/>
                </a:moveTo>
                <a:lnTo>
                  <a:pt x="12191999" y="0"/>
                </a:lnTo>
                <a:lnTo>
                  <a:pt x="12191999" y="1244082"/>
                </a:lnTo>
                <a:lnTo>
                  <a:pt x="12191998" y="1244082"/>
                </a:lnTo>
                <a:lnTo>
                  <a:pt x="12191998" y="3713545"/>
                </a:lnTo>
                <a:cubicBezTo>
                  <a:pt x="11048998" y="3713545"/>
                  <a:pt x="10477498" y="3951890"/>
                  <a:pt x="9905998" y="4122524"/>
                </a:cubicBezTo>
                <a:lnTo>
                  <a:pt x="9905998" y="4125232"/>
                </a:lnTo>
                <a:lnTo>
                  <a:pt x="9857087" y="4136195"/>
                </a:lnTo>
                <a:lnTo>
                  <a:pt x="9690569" y="4182739"/>
                </a:lnTo>
                <a:cubicBezTo>
                  <a:pt x="9436631" y="4247894"/>
                  <a:pt x="9169020" y="4292764"/>
                  <a:pt x="8839877" y="4291723"/>
                </a:cubicBezTo>
                <a:lnTo>
                  <a:pt x="8765196" y="4290006"/>
                </a:lnTo>
                <a:lnTo>
                  <a:pt x="8717158" y="4291490"/>
                </a:lnTo>
                <a:cubicBezTo>
                  <a:pt x="8302351" y="4296392"/>
                  <a:pt x="7985321" y="4228826"/>
                  <a:pt x="7673594" y="4138313"/>
                </a:cubicBezTo>
                <a:lnTo>
                  <a:pt x="7659974" y="4134175"/>
                </a:lnTo>
                <a:lnTo>
                  <a:pt x="7619998" y="4125232"/>
                </a:lnTo>
                <a:lnTo>
                  <a:pt x="7619998" y="4122032"/>
                </a:lnTo>
                <a:lnTo>
                  <a:pt x="7465547" y="4075115"/>
                </a:lnTo>
                <a:cubicBezTo>
                  <a:pt x="6977201" y="3922257"/>
                  <a:pt x="6451962" y="3740504"/>
                  <a:pt x="5541753" y="3716264"/>
                </a:cubicBezTo>
                <a:lnTo>
                  <a:pt x="5333999" y="3713545"/>
                </a:lnTo>
                <a:lnTo>
                  <a:pt x="5091621" y="3716264"/>
                </a:lnTo>
                <a:cubicBezTo>
                  <a:pt x="2740246" y="3769940"/>
                  <a:pt x="2590994" y="4595906"/>
                  <a:pt x="235032" y="4170386"/>
                </a:cubicBezTo>
                <a:lnTo>
                  <a:pt x="0" y="4125232"/>
                </a:lnTo>
                <a:close/>
              </a:path>
            </a:pathLst>
          </a:custGeom>
          <a:gradFill>
            <a:gsLst>
              <a:gs pos="0">
                <a:srgbClr val="EAB1C4"/>
              </a:gs>
              <a:gs pos="95000">
                <a:srgbClr val="2BFFF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682" y="1156518"/>
            <a:ext cx="9199044" cy="5146630"/>
          </a:xfrm>
          <a:prstGeom prst="rect">
            <a:avLst/>
          </a:prstGeom>
        </p:spPr>
      </p:pic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4930140" y="1410612"/>
            <a:ext cx="5801590" cy="3627202"/>
          </a:xfrm>
          <a:custGeom>
            <a:avLst/>
            <a:gdLst>
              <a:gd name="connsiteX0" fmla="*/ 0 w 5778698"/>
              <a:gd name="connsiteY0" fmla="*/ 0 h 3627202"/>
              <a:gd name="connsiteX1" fmla="*/ 5778698 w 5778698"/>
              <a:gd name="connsiteY1" fmla="*/ 0 h 3627202"/>
              <a:gd name="connsiteX2" fmla="*/ 5778698 w 5778698"/>
              <a:gd name="connsiteY2" fmla="*/ 3627202 h 3627202"/>
              <a:gd name="connsiteX3" fmla="*/ 0 w 5778698"/>
              <a:gd name="connsiteY3" fmla="*/ 3627202 h 3627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8698" h="3627202">
                <a:moveTo>
                  <a:pt x="0" y="0"/>
                </a:moveTo>
                <a:lnTo>
                  <a:pt x="5778698" y="0"/>
                </a:lnTo>
                <a:lnTo>
                  <a:pt x="5778698" y="3627202"/>
                </a:lnTo>
                <a:lnTo>
                  <a:pt x="0" y="3627202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>
            <a:noAutofit/>
          </a:bodyPr>
          <a:lstStyle>
            <a:lvl1pPr>
              <a:defRPr lang="en-US" sz="1400" b="1" i="1"/>
            </a:lvl1pPr>
          </a:lstStyle>
          <a:p>
            <a:pPr marL="0" lvl="0" indent="0">
              <a:buNone/>
            </a:pPr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/>
          <p:cNvSpPr/>
          <p:nvPr userDrawn="1"/>
        </p:nvSpPr>
        <p:spPr>
          <a:xfrm flipH="1">
            <a:off x="1" y="-176982"/>
            <a:ext cx="12191999" cy="4291740"/>
          </a:xfrm>
          <a:custGeom>
            <a:avLst/>
            <a:gdLst>
              <a:gd name="connsiteX0" fmla="*/ 0 w 12191999"/>
              <a:gd name="connsiteY0" fmla="*/ 0 h 4291740"/>
              <a:gd name="connsiteX1" fmla="*/ 12191999 w 12191999"/>
              <a:gd name="connsiteY1" fmla="*/ 0 h 4291740"/>
              <a:gd name="connsiteX2" fmla="*/ 12191999 w 12191999"/>
              <a:gd name="connsiteY2" fmla="*/ 1244082 h 4291740"/>
              <a:gd name="connsiteX3" fmla="*/ 12191998 w 12191999"/>
              <a:gd name="connsiteY3" fmla="*/ 1244082 h 4291740"/>
              <a:gd name="connsiteX4" fmla="*/ 12191998 w 12191999"/>
              <a:gd name="connsiteY4" fmla="*/ 3713545 h 4291740"/>
              <a:gd name="connsiteX5" fmla="*/ 9905998 w 12191999"/>
              <a:gd name="connsiteY5" fmla="*/ 4122524 h 4291740"/>
              <a:gd name="connsiteX6" fmla="*/ 9905998 w 12191999"/>
              <a:gd name="connsiteY6" fmla="*/ 4125232 h 4291740"/>
              <a:gd name="connsiteX7" fmla="*/ 9857087 w 12191999"/>
              <a:gd name="connsiteY7" fmla="*/ 4136195 h 4291740"/>
              <a:gd name="connsiteX8" fmla="*/ 9690569 w 12191999"/>
              <a:gd name="connsiteY8" fmla="*/ 4182739 h 4291740"/>
              <a:gd name="connsiteX9" fmla="*/ 8839877 w 12191999"/>
              <a:gd name="connsiteY9" fmla="*/ 4291723 h 4291740"/>
              <a:gd name="connsiteX10" fmla="*/ 8765196 w 12191999"/>
              <a:gd name="connsiteY10" fmla="*/ 4290006 h 4291740"/>
              <a:gd name="connsiteX11" fmla="*/ 8717158 w 12191999"/>
              <a:gd name="connsiteY11" fmla="*/ 4291490 h 4291740"/>
              <a:gd name="connsiteX12" fmla="*/ 7673594 w 12191999"/>
              <a:gd name="connsiteY12" fmla="*/ 4138313 h 4291740"/>
              <a:gd name="connsiteX13" fmla="*/ 7659974 w 12191999"/>
              <a:gd name="connsiteY13" fmla="*/ 4134175 h 4291740"/>
              <a:gd name="connsiteX14" fmla="*/ 7619998 w 12191999"/>
              <a:gd name="connsiteY14" fmla="*/ 4125232 h 4291740"/>
              <a:gd name="connsiteX15" fmla="*/ 7619998 w 12191999"/>
              <a:gd name="connsiteY15" fmla="*/ 4122032 h 4291740"/>
              <a:gd name="connsiteX16" fmla="*/ 7465547 w 12191999"/>
              <a:gd name="connsiteY16" fmla="*/ 4075115 h 4291740"/>
              <a:gd name="connsiteX17" fmla="*/ 5541753 w 12191999"/>
              <a:gd name="connsiteY17" fmla="*/ 3716264 h 4291740"/>
              <a:gd name="connsiteX18" fmla="*/ 5333999 w 12191999"/>
              <a:gd name="connsiteY18" fmla="*/ 3713545 h 4291740"/>
              <a:gd name="connsiteX19" fmla="*/ 5091621 w 12191999"/>
              <a:gd name="connsiteY19" fmla="*/ 3716264 h 4291740"/>
              <a:gd name="connsiteX20" fmla="*/ 235032 w 12191999"/>
              <a:gd name="connsiteY20" fmla="*/ 4170386 h 4291740"/>
              <a:gd name="connsiteX21" fmla="*/ 0 w 12191999"/>
              <a:gd name="connsiteY21" fmla="*/ 4125232 h 429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4291740">
                <a:moveTo>
                  <a:pt x="0" y="0"/>
                </a:moveTo>
                <a:lnTo>
                  <a:pt x="12191999" y="0"/>
                </a:lnTo>
                <a:lnTo>
                  <a:pt x="12191999" y="1244082"/>
                </a:lnTo>
                <a:lnTo>
                  <a:pt x="12191998" y="1244082"/>
                </a:lnTo>
                <a:lnTo>
                  <a:pt x="12191998" y="3713545"/>
                </a:lnTo>
                <a:cubicBezTo>
                  <a:pt x="11048998" y="3713545"/>
                  <a:pt x="10477498" y="3951890"/>
                  <a:pt x="9905998" y="4122524"/>
                </a:cubicBezTo>
                <a:lnTo>
                  <a:pt x="9905998" y="4125232"/>
                </a:lnTo>
                <a:lnTo>
                  <a:pt x="9857087" y="4136195"/>
                </a:lnTo>
                <a:lnTo>
                  <a:pt x="9690569" y="4182739"/>
                </a:lnTo>
                <a:cubicBezTo>
                  <a:pt x="9436631" y="4247894"/>
                  <a:pt x="9169020" y="4292764"/>
                  <a:pt x="8839877" y="4291723"/>
                </a:cubicBezTo>
                <a:lnTo>
                  <a:pt x="8765196" y="4290006"/>
                </a:lnTo>
                <a:lnTo>
                  <a:pt x="8717158" y="4291490"/>
                </a:lnTo>
                <a:cubicBezTo>
                  <a:pt x="8302351" y="4296392"/>
                  <a:pt x="7985321" y="4228826"/>
                  <a:pt x="7673594" y="4138313"/>
                </a:cubicBezTo>
                <a:lnTo>
                  <a:pt x="7659974" y="4134175"/>
                </a:lnTo>
                <a:lnTo>
                  <a:pt x="7619998" y="4125232"/>
                </a:lnTo>
                <a:lnTo>
                  <a:pt x="7619998" y="4122032"/>
                </a:lnTo>
                <a:lnTo>
                  <a:pt x="7465547" y="4075115"/>
                </a:lnTo>
                <a:cubicBezTo>
                  <a:pt x="6977201" y="3922257"/>
                  <a:pt x="6451962" y="3740504"/>
                  <a:pt x="5541753" y="3716264"/>
                </a:cubicBezTo>
                <a:lnTo>
                  <a:pt x="5333999" y="3713545"/>
                </a:lnTo>
                <a:lnTo>
                  <a:pt x="5091621" y="3716264"/>
                </a:lnTo>
                <a:cubicBezTo>
                  <a:pt x="2740246" y="3769940"/>
                  <a:pt x="2590994" y="4595906"/>
                  <a:pt x="235032" y="4170386"/>
                </a:cubicBezTo>
                <a:lnTo>
                  <a:pt x="0" y="4125232"/>
                </a:lnTo>
                <a:close/>
              </a:path>
            </a:pathLst>
          </a:custGeom>
          <a:gradFill>
            <a:gsLst>
              <a:gs pos="0">
                <a:srgbClr val="2BFFFF"/>
              </a:gs>
              <a:gs pos="75000">
                <a:srgbClr val="EAB1C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581" y="470717"/>
            <a:ext cx="3196130" cy="5562602"/>
          </a:xfrm>
          <a:prstGeom prst="rect">
            <a:avLst/>
          </a:prstGeom>
        </p:spPr>
      </p:pic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712192" y="1448744"/>
            <a:ext cx="2040132" cy="3606549"/>
          </a:xfrm>
          <a:custGeom>
            <a:avLst/>
            <a:gdLst>
              <a:gd name="connsiteX0" fmla="*/ 0 w 2040132"/>
              <a:gd name="connsiteY0" fmla="*/ 0 h 3606549"/>
              <a:gd name="connsiteX1" fmla="*/ 2040132 w 2040132"/>
              <a:gd name="connsiteY1" fmla="*/ 0 h 3606549"/>
              <a:gd name="connsiteX2" fmla="*/ 2040132 w 2040132"/>
              <a:gd name="connsiteY2" fmla="*/ 3606549 h 3606549"/>
              <a:gd name="connsiteX3" fmla="*/ 0 w 2040132"/>
              <a:gd name="connsiteY3" fmla="*/ 3606549 h 3606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0132" h="3606548">
                <a:moveTo>
                  <a:pt x="0" y="0"/>
                </a:moveTo>
                <a:lnTo>
                  <a:pt x="2040132" y="0"/>
                </a:lnTo>
                <a:lnTo>
                  <a:pt x="2040132" y="3606549"/>
                </a:lnTo>
                <a:lnTo>
                  <a:pt x="0" y="3606549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effectLst>
            <a:outerShdw blurRad="381000" dist="63500" dir="8100000" algn="tr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>
              <a:defRPr lang="en-US" sz="1400" b="1" i="1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4967212" y="1448744"/>
            <a:ext cx="2040132" cy="3606549"/>
          </a:xfrm>
          <a:custGeom>
            <a:avLst/>
            <a:gdLst>
              <a:gd name="connsiteX0" fmla="*/ 0 w 2040132"/>
              <a:gd name="connsiteY0" fmla="*/ 0 h 3606549"/>
              <a:gd name="connsiteX1" fmla="*/ 2040132 w 2040132"/>
              <a:gd name="connsiteY1" fmla="*/ 0 h 3606549"/>
              <a:gd name="connsiteX2" fmla="*/ 2040132 w 2040132"/>
              <a:gd name="connsiteY2" fmla="*/ 3606549 h 3606549"/>
              <a:gd name="connsiteX3" fmla="*/ 0 w 2040132"/>
              <a:gd name="connsiteY3" fmla="*/ 3606549 h 3606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0132" h="3606548">
                <a:moveTo>
                  <a:pt x="0" y="0"/>
                </a:moveTo>
                <a:lnTo>
                  <a:pt x="2040132" y="0"/>
                </a:lnTo>
                <a:lnTo>
                  <a:pt x="2040132" y="3606549"/>
                </a:lnTo>
                <a:lnTo>
                  <a:pt x="0" y="3606549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effectLst/>
        </p:spPr>
        <p:txBody>
          <a:bodyPr wrap="square">
            <a:noAutofit/>
          </a:bodyPr>
          <a:lstStyle>
            <a:lvl1pPr>
              <a:defRPr lang="en-US" sz="1400" b="1" i="1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575413" y="1448744"/>
            <a:ext cx="2040132" cy="3606549"/>
          </a:xfrm>
          <a:custGeom>
            <a:avLst/>
            <a:gdLst>
              <a:gd name="connsiteX0" fmla="*/ 0 w 2040132"/>
              <a:gd name="connsiteY0" fmla="*/ 0 h 3606549"/>
              <a:gd name="connsiteX1" fmla="*/ 2040132 w 2040132"/>
              <a:gd name="connsiteY1" fmla="*/ 0 h 3606549"/>
              <a:gd name="connsiteX2" fmla="*/ 2040132 w 2040132"/>
              <a:gd name="connsiteY2" fmla="*/ 3606549 h 3606549"/>
              <a:gd name="connsiteX3" fmla="*/ 0 w 2040132"/>
              <a:gd name="connsiteY3" fmla="*/ 3606549 h 3606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0132" h="3606548">
                <a:moveTo>
                  <a:pt x="0" y="0"/>
                </a:moveTo>
                <a:lnTo>
                  <a:pt x="2040132" y="0"/>
                </a:lnTo>
                <a:lnTo>
                  <a:pt x="2040132" y="3606549"/>
                </a:lnTo>
                <a:lnTo>
                  <a:pt x="0" y="3606549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effectLst>
            <a:outerShdw blurRad="381000" dist="63500" dir="8100000" algn="tr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>
              <a:defRPr lang="en-US" sz="1400" b="1" i="1"/>
            </a:lvl1pPr>
          </a:lstStyle>
          <a:p>
            <a:pPr marL="0" lvl="0" indent="0">
              <a:buNone/>
            </a:pPr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ur="75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ur="75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animBg="1"/>
      <p:bldP spid="12" grpId="0" animBg="1"/>
    </p:bldLst>
  </p:timing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32ECF6E6-5493-4469-B99E-29E2A4B29CC4}" type="datetimeFigureOut">
              <a:rPr lang="zh-CN" altLang="en-US" smtClean="0"/>
              <a:t>2025/7/1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E5BC9E8C-85B5-4D75-A8E5-5DDABF49D0A9}" type="datetimeFigureOut">
              <a:rPr lang="zh-CN" altLang="en-US" smtClean="0"/>
              <a:pPr/>
              <a:t>2025/7/1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B6F0376D-C092-4821-9306-6B64661B549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png"/><Relationship Id="rId4" Type="http://schemas.microsoft.com/office/2007/relationships/hdphoto" Target="../media/hdphoto4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microsoft.com/office/2007/relationships/hdphoto" Target="../media/hdphoto4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A_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PA_文本框 15"/>
          <p:cNvSpPr txBox="1"/>
          <p:nvPr>
            <p:custDataLst>
              <p:tags r:id="rId2"/>
            </p:custDataLst>
          </p:nvPr>
        </p:nvSpPr>
        <p:spPr>
          <a:xfrm>
            <a:off x="3801739" y="2701616"/>
            <a:ext cx="47815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gradFill flip="none" rotWithShape="1">
                  <a:gsLst>
                    <a:gs pos="100000">
                      <a:srgbClr val="EAB1C4"/>
                    </a:gs>
                    <a:gs pos="0">
                      <a:srgbClr val="2B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综艺体简" panose="02010609000101010101" charset="-122"/>
                <a:ea typeface="汉仪综艺体简" panose="02010609000101010101" charset="-122"/>
                <a:cs typeface="思源黑体 CN Regular" panose="020B0500000000000000" charset="-122"/>
              </a:rPr>
              <a:t>Mentor X</a:t>
            </a:r>
            <a:endParaRPr lang="zh-CN" altLang="en-US" sz="8000" dirty="0">
              <a:gradFill flip="none" rotWithShape="1">
                <a:gsLst>
                  <a:gs pos="100000">
                    <a:srgbClr val="EAB1C4"/>
                  </a:gs>
                  <a:gs pos="0">
                    <a:srgbClr val="2BFFFF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综艺体简" panose="02010609000101010101" charset="-122"/>
              <a:ea typeface="汉仪综艺体简" panose="02010609000101010101" charset="-122"/>
              <a:cs typeface="思源黑体 CN Regular" panose="020B0500000000000000" charset="-122"/>
            </a:endParaRPr>
          </a:p>
        </p:txBody>
      </p:sp>
      <p:sp>
        <p:nvSpPr>
          <p:cNvPr id="18" name="PA_文本框 17"/>
          <p:cNvSpPr txBox="1"/>
          <p:nvPr>
            <p:custDataLst>
              <p:tags r:id="rId3"/>
            </p:custDataLst>
          </p:nvPr>
        </p:nvSpPr>
        <p:spPr>
          <a:xfrm>
            <a:off x="2172228" y="4271994"/>
            <a:ext cx="8040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基于开源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AI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大模型的教学实训智能体软件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550987" y="2417085"/>
            <a:ext cx="3470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Mentor X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47513" y="1709199"/>
            <a:ext cx="5050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Contents 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" name="Rectangle 14"/>
          <p:cNvSpPr/>
          <p:nvPr/>
        </p:nvSpPr>
        <p:spPr>
          <a:xfrm>
            <a:off x="719289" y="4410139"/>
            <a:ext cx="1997246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主要包括项目开发背景、成员分工、项目进展与项目完成情况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6" name="TextBox 26"/>
          <p:cNvSpPr txBox="1"/>
          <p:nvPr/>
        </p:nvSpPr>
        <p:spPr>
          <a:xfrm>
            <a:off x="719289" y="4102362"/>
            <a:ext cx="2189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项目概述与完成情况</a:t>
            </a:r>
            <a:endParaRPr lang="id-ID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7" name="Rectangle 29"/>
          <p:cNvSpPr/>
          <p:nvPr/>
        </p:nvSpPr>
        <p:spPr>
          <a:xfrm>
            <a:off x="3585016" y="4410139"/>
            <a:ext cx="1997246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包含系统架构、页面结构、数据库设计、难题解决与创新点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8" name="TextBox 31"/>
          <p:cNvSpPr txBox="1"/>
          <p:nvPr/>
        </p:nvSpPr>
        <p:spPr>
          <a:xfrm>
            <a:off x="3585016" y="4102362"/>
            <a:ext cx="19972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技术方案与实现</a:t>
            </a:r>
            <a:endParaRPr lang="id-ID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1" name="Rectangle 33"/>
          <p:cNvSpPr/>
          <p:nvPr/>
        </p:nvSpPr>
        <p:spPr>
          <a:xfrm>
            <a:off x="6606084" y="4460861"/>
            <a:ext cx="1997246" cy="516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Mentor X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的主要功能介绍与界面展示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2" name="TextBox 35"/>
          <p:cNvSpPr txBox="1"/>
          <p:nvPr/>
        </p:nvSpPr>
        <p:spPr>
          <a:xfrm>
            <a:off x="6606084" y="4153084"/>
            <a:ext cx="19972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项目成果展示</a:t>
            </a:r>
            <a:endParaRPr lang="id-ID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3" name="Rectangle 37"/>
          <p:cNvSpPr/>
          <p:nvPr/>
        </p:nvSpPr>
        <p:spPr>
          <a:xfrm>
            <a:off x="9471812" y="4460861"/>
            <a:ext cx="1997246" cy="295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项目心得与未来工作规划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4" name="TextBox 39"/>
          <p:cNvSpPr txBox="1"/>
          <p:nvPr/>
        </p:nvSpPr>
        <p:spPr>
          <a:xfrm>
            <a:off x="9471812" y="4153084"/>
            <a:ext cx="19972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总结与展望</a:t>
            </a:r>
            <a:endParaRPr lang="id-ID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6" name="Freeform 99"/>
          <p:cNvSpPr>
            <a:spLocks noEditPoints="1"/>
          </p:cNvSpPr>
          <p:nvPr/>
        </p:nvSpPr>
        <p:spPr bwMode="auto">
          <a:xfrm>
            <a:off x="9550616" y="3662220"/>
            <a:ext cx="364550" cy="336976"/>
          </a:xfrm>
          <a:custGeom>
            <a:avLst/>
            <a:gdLst>
              <a:gd name="T0" fmla="*/ 200 w 200"/>
              <a:gd name="T1" fmla="*/ 0 h 184"/>
              <a:gd name="T2" fmla="*/ 0 w 200"/>
              <a:gd name="T3" fmla="*/ 74 h 184"/>
              <a:gd name="T4" fmla="*/ 64 w 200"/>
              <a:gd name="T5" fmla="*/ 123 h 184"/>
              <a:gd name="T6" fmla="*/ 64 w 200"/>
              <a:gd name="T7" fmla="*/ 154 h 184"/>
              <a:gd name="T8" fmla="*/ 65 w 200"/>
              <a:gd name="T9" fmla="*/ 156 h 184"/>
              <a:gd name="T10" fmla="*/ 65 w 200"/>
              <a:gd name="T11" fmla="*/ 157 h 184"/>
              <a:gd name="T12" fmla="*/ 69 w 200"/>
              <a:gd name="T13" fmla="*/ 159 h 184"/>
              <a:gd name="T14" fmla="*/ 71 w 200"/>
              <a:gd name="T15" fmla="*/ 158 h 184"/>
              <a:gd name="T16" fmla="*/ 93 w 200"/>
              <a:gd name="T17" fmla="*/ 144 h 184"/>
              <a:gd name="T18" fmla="*/ 147 w 200"/>
              <a:gd name="T19" fmla="*/ 184 h 184"/>
              <a:gd name="T20" fmla="*/ 200 w 200"/>
              <a:gd name="T21" fmla="*/ 0 h 184"/>
              <a:gd name="T22" fmla="*/ 178 w 200"/>
              <a:gd name="T23" fmla="*/ 17 h 184"/>
              <a:gd name="T24" fmla="*/ 70 w 200"/>
              <a:gd name="T25" fmla="*/ 117 h 184"/>
              <a:gd name="T26" fmla="*/ 17 w 200"/>
              <a:gd name="T27" fmla="*/ 77 h 184"/>
              <a:gd name="T28" fmla="*/ 178 w 200"/>
              <a:gd name="T29" fmla="*/ 17 h 184"/>
              <a:gd name="T30" fmla="*/ 72 w 200"/>
              <a:gd name="T31" fmla="*/ 148 h 184"/>
              <a:gd name="T32" fmla="*/ 72 w 200"/>
              <a:gd name="T33" fmla="*/ 129 h 184"/>
              <a:gd name="T34" fmla="*/ 87 w 200"/>
              <a:gd name="T35" fmla="*/ 139 h 184"/>
              <a:gd name="T36" fmla="*/ 72 w 200"/>
              <a:gd name="T37" fmla="*/ 148 h 184"/>
              <a:gd name="T38" fmla="*/ 77 w 200"/>
              <a:gd name="T39" fmla="*/ 122 h 184"/>
              <a:gd name="T40" fmla="*/ 186 w 200"/>
              <a:gd name="T41" fmla="*/ 21 h 184"/>
              <a:gd name="T42" fmla="*/ 142 w 200"/>
              <a:gd name="T43" fmla="*/ 171 h 184"/>
              <a:gd name="T44" fmla="*/ 77 w 200"/>
              <a:gd name="T45" fmla="*/ 122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00" h="184">
                <a:moveTo>
                  <a:pt x="200" y="0"/>
                </a:moveTo>
                <a:cubicBezTo>
                  <a:pt x="0" y="74"/>
                  <a:pt x="0" y="74"/>
                  <a:pt x="0" y="74"/>
                </a:cubicBezTo>
                <a:cubicBezTo>
                  <a:pt x="64" y="123"/>
                  <a:pt x="64" y="123"/>
                  <a:pt x="64" y="123"/>
                </a:cubicBezTo>
                <a:cubicBezTo>
                  <a:pt x="64" y="154"/>
                  <a:pt x="64" y="154"/>
                  <a:pt x="64" y="154"/>
                </a:cubicBezTo>
                <a:cubicBezTo>
                  <a:pt x="64" y="155"/>
                  <a:pt x="65" y="156"/>
                  <a:pt x="65" y="156"/>
                </a:cubicBezTo>
                <a:cubicBezTo>
                  <a:pt x="65" y="156"/>
                  <a:pt x="65" y="157"/>
                  <a:pt x="65" y="157"/>
                </a:cubicBezTo>
                <a:cubicBezTo>
                  <a:pt x="66" y="158"/>
                  <a:pt x="67" y="159"/>
                  <a:pt x="69" y="159"/>
                </a:cubicBezTo>
                <a:cubicBezTo>
                  <a:pt x="69" y="159"/>
                  <a:pt x="70" y="159"/>
                  <a:pt x="71" y="158"/>
                </a:cubicBezTo>
                <a:cubicBezTo>
                  <a:pt x="93" y="144"/>
                  <a:pt x="93" y="144"/>
                  <a:pt x="93" y="144"/>
                </a:cubicBezTo>
                <a:cubicBezTo>
                  <a:pt x="147" y="184"/>
                  <a:pt x="147" y="184"/>
                  <a:pt x="147" y="184"/>
                </a:cubicBezTo>
                <a:lnTo>
                  <a:pt x="200" y="0"/>
                </a:lnTo>
                <a:close/>
                <a:moveTo>
                  <a:pt x="178" y="17"/>
                </a:moveTo>
                <a:cubicBezTo>
                  <a:pt x="70" y="117"/>
                  <a:pt x="70" y="117"/>
                  <a:pt x="70" y="117"/>
                </a:cubicBezTo>
                <a:cubicBezTo>
                  <a:pt x="17" y="77"/>
                  <a:pt x="17" y="77"/>
                  <a:pt x="17" y="77"/>
                </a:cubicBezTo>
                <a:lnTo>
                  <a:pt x="178" y="17"/>
                </a:lnTo>
                <a:close/>
                <a:moveTo>
                  <a:pt x="72" y="148"/>
                </a:moveTo>
                <a:cubicBezTo>
                  <a:pt x="72" y="129"/>
                  <a:pt x="72" y="129"/>
                  <a:pt x="72" y="129"/>
                </a:cubicBezTo>
                <a:cubicBezTo>
                  <a:pt x="87" y="139"/>
                  <a:pt x="87" y="139"/>
                  <a:pt x="87" y="139"/>
                </a:cubicBezTo>
                <a:lnTo>
                  <a:pt x="72" y="148"/>
                </a:lnTo>
                <a:close/>
                <a:moveTo>
                  <a:pt x="77" y="122"/>
                </a:moveTo>
                <a:cubicBezTo>
                  <a:pt x="186" y="21"/>
                  <a:pt x="186" y="21"/>
                  <a:pt x="186" y="21"/>
                </a:cubicBezTo>
                <a:cubicBezTo>
                  <a:pt x="142" y="171"/>
                  <a:pt x="142" y="171"/>
                  <a:pt x="142" y="171"/>
                </a:cubicBezTo>
                <a:lnTo>
                  <a:pt x="77" y="1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CEB1660-9754-D81C-9E8E-1E42F86EA2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35" y="3648432"/>
            <a:ext cx="364551" cy="36455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16C694-C913-9C14-FCFF-9D827D6EE0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399" y="3637085"/>
            <a:ext cx="447596" cy="44759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FF533F6-1008-1BA3-299D-420CC35DE14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2509" y="3662220"/>
            <a:ext cx="364551" cy="3645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32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1" grpId="0"/>
      <p:bldP spid="12" grpId="0"/>
      <p:bldP spid="13" grpId="0"/>
      <p:bldP spid="14" grpId="0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417612" y="1366897"/>
            <a:ext cx="366959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500" dirty="0">
                <a:gradFill flip="none" rotWithShape="1">
                  <a:gsLst>
                    <a:gs pos="100000">
                      <a:srgbClr val="EAB1C4"/>
                    </a:gs>
                    <a:gs pos="0">
                      <a:srgbClr val="2B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One </a:t>
            </a:r>
            <a:endParaRPr lang="zh-CN" altLang="en-US" sz="11500" dirty="0">
              <a:gradFill flip="none" rotWithShape="1">
                <a:gsLst>
                  <a:gs pos="100000">
                    <a:srgbClr val="EAB1C4"/>
                  </a:gs>
                  <a:gs pos="0">
                    <a:srgbClr val="2BFFFF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72589" y="3228945"/>
            <a:ext cx="5690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项目概述与完成情况</a:t>
            </a:r>
          </a:p>
        </p:txBody>
      </p:sp>
      <p:sp>
        <p:nvSpPr>
          <p:cNvPr id="6" name="Rectangle 17"/>
          <p:cNvSpPr/>
          <p:nvPr/>
        </p:nvSpPr>
        <p:spPr>
          <a:xfrm>
            <a:off x="3856120" y="3919262"/>
            <a:ext cx="4523874" cy="1167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d-ID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Project overview and completion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It mainly includes the background of project development, the division of labor, the progress of the project and the completion of the project.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占位符 27">
            <a:extLst>
              <a:ext uri="{FF2B5EF4-FFF2-40B4-BE49-F238E27FC236}">
                <a16:creationId xmlns:a16="http://schemas.microsoft.com/office/drawing/2014/main" id="{C4F6DBF6-4137-AC7E-6FFD-DA2A4FAC51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2" r="13752"/>
          <a:stretch>
            <a:fillRect/>
          </a:stretch>
        </p:blipFill>
        <p:spPr/>
      </p:pic>
      <p:sp>
        <p:nvSpPr>
          <p:cNvPr id="6" name="TextBox 5"/>
          <p:cNvSpPr txBox="1"/>
          <p:nvPr/>
        </p:nvSpPr>
        <p:spPr>
          <a:xfrm>
            <a:off x="1109995" y="1162056"/>
            <a:ext cx="40083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gradFill>
                  <a:gsLst>
                    <a:gs pos="0">
                      <a:srgbClr val="EAB1C4"/>
                    </a:gs>
                    <a:gs pos="100000">
                      <a:srgbClr val="2BFFFF"/>
                    </a:gs>
                  </a:gsLst>
                  <a:lin ang="27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项 目 背 景</a:t>
            </a:r>
            <a:endParaRPr lang="id-ID" altLang="zh-CN" sz="4000" b="1" dirty="0">
              <a:gradFill>
                <a:gsLst>
                  <a:gs pos="0">
                    <a:srgbClr val="EAB1C4"/>
                  </a:gs>
                  <a:gs pos="100000">
                    <a:srgbClr val="2BFFFF"/>
                  </a:gs>
                </a:gsLst>
                <a:lin ang="27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9995" y="2109743"/>
            <a:ext cx="2621250" cy="276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教育数字化</a:t>
            </a:r>
            <a:endParaRPr lang="id-ID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274685" y="1174451"/>
            <a:ext cx="60938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109995" y="2469057"/>
            <a:ext cx="4740840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国家大力推进教育数字化战略，传统教学模式在规模化、个性化层面存在短板，本赛题聚焦大模型与实训教学深度融合，推动教育数字化从理论到规模化实践，支撑高素质应用型人才培养。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1994" y="5941881"/>
            <a:ext cx="1237802" cy="922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260E2A6B-A809-4840-BF14-8648BC0BDF87}" type="slidenum">
              <a:rPr lang="id-ID" sz="5400" b="1">
                <a:solidFill>
                  <a:schemeClr val="bg1">
                    <a:lumMod val="85000"/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4</a:t>
            </a:fld>
            <a:endParaRPr lang="id-ID" sz="16595" b="1" dirty="0">
              <a:solidFill>
                <a:schemeClr val="bg1">
                  <a:lumMod val="85000"/>
                  <a:alpha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237561" y="3902202"/>
            <a:ext cx="1418229" cy="1418229"/>
          </a:xfrm>
          <a:prstGeom prst="ellipse">
            <a:avLst/>
          </a:prstGeom>
          <a:gradFill flip="none" rotWithShape="1">
            <a:gsLst>
              <a:gs pos="0">
                <a:srgbClr val="2BFFFF"/>
              </a:gs>
              <a:gs pos="98000">
                <a:srgbClr val="EAB1C4"/>
              </a:gs>
            </a:gsLst>
            <a:lin ang="2700000" scaled="1"/>
          </a:gradFill>
          <a:ln>
            <a:noFill/>
          </a:ln>
          <a:effectLst>
            <a:outerShdw blurRad="1270000" dist="444500" dir="8100000" sx="95000" sy="95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147267" y="4448803"/>
            <a:ext cx="244818" cy="244817"/>
          </a:xfrm>
          <a:prstGeom prst="ellipse">
            <a:avLst/>
          </a:prstGeom>
          <a:noFill/>
          <a:ln w="63500" cap="rnd">
            <a:solidFill>
              <a:schemeClr val="bg1"/>
            </a:solidFill>
            <a:prstDash val="solid"/>
          </a:ln>
          <a:effectLst>
            <a:outerShdw blurRad="317500" dist="152400" dir="8100000" sx="95000" sy="95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153877" y="4571213"/>
            <a:ext cx="854755" cy="854754"/>
          </a:xfrm>
          <a:prstGeom prst="ellipse">
            <a:avLst/>
          </a:prstGeom>
          <a:noFill/>
          <a:ln w="127000" cap="rnd">
            <a:solidFill>
              <a:schemeClr val="bg1"/>
            </a:solidFill>
            <a:prstDash val="solid"/>
          </a:ln>
          <a:effectLst>
            <a:outerShdw blurRad="317500" dist="152400" dir="8100000" sx="95000" sy="95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9" name="Freeform 18"/>
          <p:cNvSpPr>
            <a:spLocks noEditPoints="1"/>
          </p:cNvSpPr>
          <p:nvPr/>
        </p:nvSpPr>
        <p:spPr bwMode="auto">
          <a:xfrm>
            <a:off x="9592766" y="4345165"/>
            <a:ext cx="707818" cy="532302"/>
          </a:xfrm>
          <a:custGeom>
            <a:avLst/>
            <a:gdLst>
              <a:gd name="T0" fmla="*/ 192 w 208"/>
              <a:gd name="T1" fmla="*/ 24 h 156"/>
              <a:gd name="T2" fmla="*/ 138 w 208"/>
              <a:gd name="T3" fmla="*/ 24 h 156"/>
              <a:gd name="T4" fmla="*/ 124 w 208"/>
              <a:gd name="T5" fmla="*/ 0 h 156"/>
              <a:gd name="T6" fmla="*/ 80 w 208"/>
              <a:gd name="T7" fmla="*/ 0 h 156"/>
              <a:gd name="T8" fmla="*/ 66 w 208"/>
              <a:gd name="T9" fmla="*/ 24 h 156"/>
              <a:gd name="T10" fmla="*/ 16 w 208"/>
              <a:gd name="T11" fmla="*/ 24 h 156"/>
              <a:gd name="T12" fmla="*/ 0 w 208"/>
              <a:gd name="T13" fmla="*/ 40 h 156"/>
              <a:gd name="T14" fmla="*/ 0 w 208"/>
              <a:gd name="T15" fmla="*/ 140 h 156"/>
              <a:gd name="T16" fmla="*/ 16 w 208"/>
              <a:gd name="T17" fmla="*/ 156 h 156"/>
              <a:gd name="T18" fmla="*/ 192 w 208"/>
              <a:gd name="T19" fmla="*/ 156 h 156"/>
              <a:gd name="T20" fmla="*/ 208 w 208"/>
              <a:gd name="T21" fmla="*/ 140 h 156"/>
              <a:gd name="T22" fmla="*/ 208 w 208"/>
              <a:gd name="T23" fmla="*/ 40 h 156"/>
              <a:gd name="T24" fmla="*/ 192 w 208"/>
              <a:gd name="T25" fmla="*/ 24 h 156"/>
              <a:gd name="T26" fmla="*/ 200 w 208"/>
              <a:gd name="T27" fmla="*/ 140 h 156"/>
              <a:gd name="T28" fmla="*/ 192 w 208"/>
              <a:gd name="T29" fmla="*/ 148 h 156"/>
              <a:gd name="T30" fmla="*/ 16 w 208"/>
              <a:gd name="T31" fmla="*/ 148 h 156"/>
              <a:gd name="T32" fmla="*/ 8 w 208"/>
              <a:gd name="T33" fmla="*/ 140 h 156"/>
              <a:gd name="T34" fmla="*/ 8 w 208"/>
              <a:gd name="T35" fmla="*/ 40 h 156"/>
              <a:gd name="T36" fmla="*/ 16 w 208"/>
              <a:gd name="T37" fmla="*/ 32 h 156"/>
              <a:gd name="T38" fmla="*/ 71 w 208"/>
              <a:gd name="T39" fmla="*/ 32 h 156"/>
              <a:gd name="T40" fmla="*/ 73 w 208"/>
              <a:gd name="T41" fmla="*/ 28 h 156"/>
              <a:gd name="T42" fmla="*/ 85 w 208"/>
              <a:gd name="T43" fmla="*/ 8 h 156"/>
              <a:gd name="T44" fmla="*/ 120 w 208"/>
              <a:gd name="T45" fmla="*/ 8 h 156"/>
              <a:gd name="T46" fmla="*/ 131 w 208"/>
              <a:gd name="T47" fmla="*/ 28 h 156"/>
              <a:gd name="T48" fmla="*/ 133 w 208"/>
              <a:gd name="T49" fmla="*/ 32 h 156"/>
              <a:gd name="T50" fmla="*/ 192 w 208"/>
              <a:gd name="T51" fmla="*/ 32 h 156"/>
              <a:gd name="T52" fmla="*/ 200 w 208"/>
              <a:gd name="T53" fmla="*/ 40 h 156"/>
              <a:gd name="T54" fmla="*/ 200 w 208"/>
              <a:gd name="T55" fmla="*/ 140 h 156"/>
              <a:gd name="T56" fmla="*/ 20 w 208"/>
              <a:gd name="T57" fmla="*/ 20 h 156"/>
              <a:gd name="T58" fmla="*/ 52 w 208"/>
              <a:gd name="T59" fmla="*/ 20 h 156"/>
              <a:gd name="T60" fmla="*/ 56 w 208"/>
              <a:gd name="T61" fmla="*/ 16 h 156"/>
              <a:gd name="T62" fmla="*/ 52 w 208"/>
              <a:gd name="T63" fmla="*/ 12 h 156"/>
              <a:gd name="T64" fmla="*/ 20 w 208"/>
              <a:gd name="T65" fmla="*/ 12 h 156"/>
              <a:gd name="T66" fmla="*/ 16 w 208"/>
              <a:gd name="T67" fmla="*/ 16 h 156"/>
              <a:gd name="T68" fmla="*/ 20 w 208"/>
              <a:gd name="T69" fmla="*/ 20 h 156"/>
              <a:gd name="T70" fmla="*/ 172 w 208"/>
              <a:gd name="T71" fmla="*/ 47 h 156"/>
              <a:gd name="T72" fmla="*/ 161 w 208"/>
              <a:gd name="T73" fmla="*/ 59 h 156"/>
              <a:gd name="T74" fmla="*/ 172 w 208"/>
              <a:gd name="T75" fmla="*/ 71 h 156"/>
              <a:gd name="T76" fmla="*/ 184 w 208"/>
              <a:gd name="T77" fmla="*/ 59 h 156"/>
              <a:gd name="T78" fmla="*/ 172 w 208"/>
              <a:gd name="T79" fmla="*/ 47 h 156"/>
              <a:gd name="T80" fmla="*/ 172 w 208"/>
              <a:gd name="T81" fmla="*/ 63 h 156"/>
              <a:gd name="T82" fmla="*/ 169 w 208"/>
              <a:gd name="T83" fmla="*/ 59 h 156"/>
              <a:gd name="T84" fmla="*/ 172 w 208"/>
              <a:gd name="T85" fmla="*/ 55 h 156"/>
              <a:gd name="T86" fmla="*/ 176 w 208"/>
              <a:gd name="T87" fmla="*/ 59 h 156"/>
              <a:gd name="T88" fmla="*/ 172 w 208"/>
              <a:gd name="T89" fmla="*/ 63 h 156"/>
              <a:gd name="T90" fmla="*/ 99 w 208"/>
              <a:gd name="T91" fmla="*/ 39 h 156"/>
              <a:gd name="T92" fmla="*/ 48 w 208"/>
              <a:gd name="T93" fmla="*/ 89 h 156"/>
              <a:gd name="T94" fmla="*/ 99 w 208"/>
              <a:gd name="T95" fmla="*/ 140 h 156"/>
              <a:gd name="T96" fmla="*/ 150 w 208"/>
              <a:gd name="T97" fmla="*/ 89 h 156"/>
              <a:gd name="T98" fmla="*/ 99 w 208"/>
              <a:gd name="T99" fmla="*/ 39 h 156"/>
              <a:gd name="T100" fmla="*/ 99 w 208"/>
              <a:gd name="T101" fmla="*/ 132 h 156"/>
              <a:gd name="T102" fmla="*/ 56 w 208"/>
              <a:gd name="T103" fmla="*/ 89 h 156"/>
              <a:gd name="T104" fmla="*/ 99 w 208"/>
              <a:gd name="T105" fmla="*/ 47 h 156"/>
              <a:gd name="T106" fmla="*/ 142 w 208"/>
              <a:gd name="T107" fmla="*/ 89 h 156"/>
              <a:gd name="T108" fmla="*/ 99 w 208"/>
              <a:gd name="T109" fmla="*/ 132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08" h="156">
                <a:moveTo>
                  <a:pt x="192" y="24"/>
                </a:moveTo>
                <a:cubicBezTo>
                  <a:pt x="138" y="24"/>
                  <a:pt x="138" y="24"/>
                  <a:pt x="138" y="24"/>
                </a:cubicBezTo>
                <a:cubicBezTo>
                  <a:pt x="124" y="0"/>
                  <a:pt x="124" y="0"/>
                  <a:pt x="124" y="0"/>
                </a:cubicBezTo>
                <a:cubicBezTo>
                  <a:pt x="80" y="0"/>
                  <a:pt x="80" y="0"/>
                  <a:pt x="80" y="0"/>
                </a:cubicBezTo>
                <a:cubicBezTo>
                  <a:pt x="66" y="24"/>
                  <a:pt x="66" y="24"/>
                  <a:pt x="66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7" y="24"/>
                  <a:pt x="0" y="31"/>
                  <a:pt x="0" y="40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49"/>
                  <a:pt x="7" y="156"/>
                  <a:pt x="16" y="156"/>
                </a:cubicBezTo>
                <a:cubicBezTo>
                  <a:pt x="192" y="156"/>
                  <a:pt x="192" y="156"/>
                  <a:pt x="192" y="156"/>
                </a:cubicBezTo>
                <a:cubicBezTo>
                  <a:pt x="201" y="156"/>
                  <a:pt x="208" y="149"/>
                  <a:pt x="208" y="140"/>
                </a:cubicBezTo>
                <a:cubicBezTo>
                  <a:pt x="208" y="40"/>
                  <a:pt x="208" y="40"/>
                  <a:pt x="208" y="40"/>
                </a:cubicBezTo>
                <a:cubicBezTo>
                  <a:pt x="208" y="31"/>
                  <a:pt x="201" y="24"/>
                  <a:pt x="192" y="24"/>
                </a:cubicBezTo>
                <a:close/>
                <a:moveTo>
                  <a:pt x="200" y="140"/>
                </a:moveTo>
                <a:cubicBezTo>
                  <a:pt x="200" y="144"/>
                  <a:pt x="196" y="148"/>
                  <a:pt x="192" y="148"/>
                </a:cubicBezTo>
                <a:cubicBezTo>
                  <a:pt x="16" y="148"/>
                  <a:pt x="16" y="148"/>
                  <a:pt x="16" y="148"/>
                </a:cubicBezTo>
                <a:cubicBezTo>
                  <a:pt x="12" y="148"/>
                  <a:pt x="8" y="144"/>
                  <a:pt x="8" y="140"/>
                </a:cubicBezTo>
                <a:cubicBezTo>
                  <a:pt x="8" y="40"/>
                  <a:pt x="8" y="40"/>
                  <a:pt x="8" y="40"/>
                </a:cubicBezTo>
                <a:cubicBezTo>
                  <a:pt x="8" y="36"/>
                  <a:pt x="12" y="32"/>
                  <a:pt x="16" y="32"/>
                </a:cubicBezTo>
                <a:cubicBezTo>
                  <a:pt x="71" y="32"/>
                  <a:pt x="71" y="32"/>
                  <a:pt x="71" y="32"/>
                </a:cubicBezTo>
                <a:cubicBezTo>
                  <a:pt x="73" y="28"/>
                  <a:pt x="73" y="28"/>
                  <a:pt x="73" y="28"/>
                </a:cubicBezTo>
                <a:cubicBezTo>
                  <a:pt x="85" y="8"/>
                  <a:pt x="85" y="8"/>
                  <a:pt x="85" y="8"/>
                </a:cubicBezTo>
                <a:cubicBezTo>
                  <a:pt x="120" y="8"/>
                  <a:pt x="120" y="8"/>
                  <a:pt x="120" y="8"/>
                </a:cubicBezTo>
                <a:cubicBezTo>
                  <a:pt x="131" y="28"/>
                  <a:pt x="131" y="28"/>
                  <a:pt x="131" y="28"/>
                </a:cubicBezTo>
                <a:cubicBezTo>
                  <a:pt x="133" y="32"/>
                  <a:pt x="133" y="32"/>
                  <a:pt x="133" y="32"/>
                </a:cubicBezTo>
                <a:cubicBezTo>
                  <a:pt x="192" y="32"/>
                  <a:pt x="192" y="32"/>
                  <a:pt x="192" y="32"/>
                </a:cubicBezTo>
                <a:cubicBezTo>
                  <a:pt x="196" y="32"/>
                  <a:pt x="200" y="36"/>
                  <a:pt x="200" y="40"/>
                </a:cubicBezTo>
                <a:lnTo>
                  <a:pt x="200" y="140"/>
                </a:lnTo>
                <a:close/>
                <a:moveTo>
                  <a:pt x="20" y="20"/>
                </a:moveTo>
                <a:cubicBezTo>
                  <a:pt x="52" y="20"/>
                  <a:pt x="52" y="20"/>
                  <a:pt x="52" y="20"/>
                </a:cubicBezTo>
                <a:cubicBezTo>
                  <a:pt x="54" y="20"/>
                  <a:pt x="56" y="18"/>
                  <a:pt x="56" y="16"/>
                </a:cubicBezTo>
                <a:cubicBezTo>
                  <a:pt x="56" y="14"/>
                  <a:pt x="54" y="12"/>
                  <a:pt x="52" y="12"/>
                </a:cubicBezTo>
                <a:cubicBezTo>
                  <a:pt x="20" y="12"/>
                  <a:pt x="20" y="12"/>
                  <a:pt x="20" y="12"/>
                </a:cubicBezTo>
                <a:cubicBezTo>
                  <a:pt x="18" y="12"/>
                  <a:pt x="16" y="14"/>
                  <a:pt x="16" y="16"/>
                </a:cubicBezTo>
                <a:cubicBezTo>
                  <a:pt x="16" y="18"/>
                  <a:pt x="18" y="20"/>
                  <a:pt x="20" y="20"/>
                </a:cubicBezTo>
                <a:close/>
                <a:moveTo>
                  <a:pt x="172" y="47"/>
                </a:moveTo>
                <a:cubicBezTo>
                  <a:pt x="166" y="47"/>
                  <a:pt x="161" y="53"/>
                  <a:pt x="161" y="59"/>
                </a:cubicBezTo>
                <a:cubicBezTo>
                  <a:pt x="161" y="65"/>
                  <a:pt x="166" y="71"/>
                  <a:pt x="172" y="71"/>
                </a:cubicBezTo>
                <a:cubicBezTo>
                  <a:pt x="179" y="71"/>
                  <a:pt x="184" y="65"/>
                  <a:pt x="184" y="59"/>
                </a:cubicBezTo>
                <a:cubicBezTo>
                  <a:pt x="184" y="53"/>
                  <a:pt x="179" y="47"/>
                  <a:pt x="172" y="47"/>
                </a:cubicBezTo>
                <a:close/>
                <a:moveTo>
                  <a:pt x="172" y="63"/>
                </a:moveTo>
                <a:cubicBezTo>
                  <a:pt x="170" y="63"/>
                  <a:pt x="169" y="61"/>
                  <a:pt x="169" y="59"/>
                </a:cubicBezTo>
                <a:cubicBezTo>
                  <a:pt x="169" y="57"/>
                  <a:pt x="170" y="55"/>
                  <a:pt x="172" y="55"/>
                </a:cubicBezTo>
                <a:cubicBezTo>
                  <a:pt x="174" y="55"/>
                  <a:pt x="176" y="57"/>
                  <a:pt x="176" y="59"/>
                </a:cubicBezTo>
                <a:cubicBezTo>
                  <a:pt x="176" y="61"/>
                  <a:pt x="174" y="63"/>
                  <a:pt x="172" y="63"/>
                </a:cubicBezTo>
                <a:close/>
                <a:moveTo>
                  <a:pt x="99" y="39"/>
                </a:moveTo>
                <a:cubicBezTo>
                  <a:pt x="71" y="39"/>
                  <a:pt x="48" y="61"/>
                  <a:pt x="48" y="89"/>
                </a:cubicBezTo>
                <a:cubicBezTo>
                  <a:pt x="48" y="117"/>
                  <a:pt x="71" y="140"/>
                  <a:pt x="99" y="140"/>
                </a:cubicBezTo>
                <a:cubicBezTo>
                  <a:pt x="127" y="140"/>
                  <a:pt x="150" y="117"/>
                  <a:pt x="150" y="89"/>
                </a:cubicBezTo>
                <a:cubicBezTo>
                  <a:pt x="150" y="61"/>
                  <a:pt x="127" y="39"/>
                  <a:pt x="99" y="39"/>
                </a:cubicBezTo>
                <a:close/>
                <a:moveTo>
                  <a:pt x="99" y="132"/>
                </a:moveTo>
                <a:cubicBezTo>
                  <a:pt x="75" y="132"/>
                  <a:pt x="56" y="113"/>
                  <a:pt x="56" y="89"/>
                </a:cubicBezTo>
                <a:cubicBezTo>
                  <a:pt x="56" y="66"/>
                  <a:pt x="75" y="47"/>
                  <a:pt x="99" y="47"/>
                </a:cubicBezTo>
                <a:cubicBezTo>
                  <a:pt x="123" y="47"/>
                  <a:pt x="142" y="66"/>
                  <a:pt x="142" y="89"/>
                </a:cubicBezTo>
                <a:cubicBezTo>
                  <a:pt x="142" y="113"/>
                  <a:pt x="123" y="132"/>
                  <a:pt x="99" y="1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07" tIns="45703" rIns="91407" bIns="45703" numCol="1" anchor="t" anchorCtr="0" compatLnSpc="1"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C36B0C5-2810-81A7-8C17-715A52272FBF}"/>
              </a:ext>
            </a:extLst>
          </p:cNvPr>
          <p:cNvSpPr txBox="1"/>
          <p:nvPr/>
        </p:nvSpPr>
        <p:spPr>
          <a:xfrm>
            <a:off x="1109995" y="3429000"/>
            <a:ext cx="2621250" cy="276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实用价值需求</a:t>
            </a:r>
            <a:endParaRPr lang="id-ID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4F2A2BD9-A877-C299-52AB-377BE6C3CE4A}"/>
              </a:ext>
            </a:extLst>
          </p:cNvPr>
          <p:cNvSpPr/>
          <p:nvPr/>
        </p:nvSpPr>
        <p:spPr>
          <a:xfrm>
            <a:off x="1109995" y="3788314"/>
            <a:ext cx="4740840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解决传统实训教学中教师手动设计任务、批改效率低、学生缺乏针对性指导等问题，推动实训教学向智能化、自适应化转型，降低教学成本，提升学习效果。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EAFB9F8-CC4B-3052-FBB7-412C13664288}"/>
              </a:ext>
            </a:extLst>
          </p:cNvPr>
          <p:cNvSpPr txBox="1"/>
          <p:nvPr/>
        </p:nvSpPr>
        <p:spPr>
          <a:xfrm>
            <a:off x="1109995" y="4748257"/>
            <a:ext cx="2621250" cy="276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智能体目标</a:t>
            </a:r>
            <a:endParaRPr lang="id-ID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EA6D1C6-6801-9939-0A29-86A90158FD20}"/>
              </a:ext>
            </a:extLst>
          </p:cNvPr>
          <p:cNvSpPr/>
          <p:nvPr/>
        </p:nvSpPr>
        <p:spPr>
          <a:xfrm>
            <a:off x="1109995" y="5107571"/>
            <a:ext cx="4740840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本项目旨在开发一个基于开源大模型的教学实训智能体软件，帮助教师生成课前备课设计、课后检测问答，提升效率与效果，提供学生全时在线练习与指导，实现教学相长。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94AFDEC-4F1F-3A6C-FAE5-3C329F9F8ACC}"/>
              </a:ext>
            </a:extLst>
          </p:cNvPr>
          <p:cNvSpPr txBox="1"/>
          <p:nvPr/>
        </p:nvSpPr>
        <p:spPr>
          <a:xfrm>
            <a:off x="2645149" y="1542909"/>
            <a:ext cx="4166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Project background</a:t>
            </a:r>
            <a:endParaRPr lang="id-ID" sz="12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2" presetID="2" presetClass="entr" presetSubtype="1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20" grpId="0" animBg="1"/>
      <p:bldP spid="19" grpId="0" animBg="1"/>
      <p:bldP spid="18" grpId="0" animBg="1"/>
      <p:bldP spid="29" grpId="0" animBg="1"/>
      <p:bldP spid="2" grpId="0"/>
      <p:bldP spid="3" grpId="0"/>
      <p:bldP spid="4" grpId="0"/>
      <p:bldP spid="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4000" contrast="9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65548" y="705613"/>
            <a:ext cx="4460906" cy="707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gradFill>
                  <a:gsLst>
                    <a:gs pos="0">
                      <a:srgbClr val="2BFFFF"/>
                    </a:gs>
                    <a:gs pos="100000">
                      <a:srgbClr val="EAB1C4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成 员 分 工</a:t>
            </a:r>
            <a:endParaRPr lang="id-ID" sz="4000" b="1" dirty="0">
              <a:gradFill>
                <a:gsLst>
                  <a:gs pos="0">
                    <a:srgbClr val="2BFFFF"/>
                  </a:gs>
                  <a:gs pos="100000">
                    <a:srgbClr val="EAB1C4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791311" y="655566"/>
            <a:ext cx="60938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1401144" y="4938985"/>
            <a:ext cx="1996524" cy="1412197"/>
            <a:chOff x="1031705" y="4870391"/>
            <a:chExt cx="1997246" cy="1412707"/>
          </a:xfrm>
        </p:grpSpPr>
        <p:sp>
          <p:nvSpPr>
            <p:cNvPr id="32" name="Rectangle 31"/>
            <p:cNvSpPr/>
            <p:nvPr/>
          </p:nvSpPr>
          <p:spPr>
            <a:xfrm>
              <a:off x="1031705" y="5178166"/>
              <a:ext cx="1997246" cy="11049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·</a:t>
              </a: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接口与数据库设计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·</a:t>
              </a: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后端大模型调用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·</a:t>
              </a: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后端数据库调用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·</a:t>
              </a: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后端接口测试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31705" y="4870391"/>
              <a:ext cx="19972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gradFill>
                    <a:gsLst>
                      <a:gs pos="0">
                        <a:srgbClr val="EAB1C4"/>
                      </a:gs>
                      <a:gs pos="100000">
                        <a:srgbClr val="2BFFFF"/>
                      </a:gs>
                    </a:gsLst>
                    <a:lin ang="27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吴东霖</a:t>
              </a:r>
              <a:endParaRPr lang="id-ID" sz="1400" b="1" dirty="0">
                <a:gradFill>
                  <a:gsLst>
                    <a:gs pos="0">
                      <a:srgbClr val="EAB1C4"/>
                    </a:gs>
                    <a:gs pos="100000">
                      <a:srgbClr val="2BFFFF"/>
                    </a:gs>
                  </a:gsLst>
                  <a:lin ang="27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129996" y="4938986"/>
            <a:ext cx="2251465" cy="1670729"/>
            <a:chOff x="1031704" y="4870391"/>
            <a:chExt cx="2252279" cy="1671332"/>
          </a:xfrm>
        </p:grpSpPr>
        <p:sp>
          <p:nvSpPr>
            <p:cNvPr id="36" name="Rectangle 35"/>
            <p:cNvSpPr/>
            <p:nvPr/>
          </p:nvSpPr>
          <p:spPr>
            <a:xfrm>
              <a:off x="1031704" y="5178166"/>
              <a:ext cx="2252279" cy="13635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部分接口设计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部分模型调用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教师端、管理端页面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程序整体框架设计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页面样式的优化处理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31705" y="4870391"/>
              <a:ext cx="19972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gradFill>
                    <a:gsLst>
                      <a:gs pos="0">
                        <a:srgbClr val="EAB1C4"/>
                      </a:gs>
                      <a:gs pos="100000">
                        <a:srgbClr val="2BFFFF"/>
                      </a:gs>
                    </a:gsLst>
                    <a:lin ang="27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宋彧</a:t>
              </a:r>
              <a:endParaRPr lang="id-ID" sz="1400" b="1" dirty="0">
                <a:gradFill>
                  <a:gsLst>
                    <a:gs pos="0">
                      <a:srgbClr val="EAB1C4"/>
                    </a:gs>
                    <a:gs pos="100000">
                      <a:srgbClr val="2BFFFF"/>
                    </a:gs>
                  </a:gsLst>
                  <a:lin ang="27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039232" y="4938978"/>
            <a:ext cx="1996524" cy="1153665"/>
            <a:chOff x="1031705" y="4870391"/>
            <a:chExt cx="1997246" cy="1154083"/>
          </a:xfrm>
        </p:grpSpPr>
        <p:sp>
          <p:nvSpPr>
            <p:cNvPr id="39" name="Rectangle 38"/>
            <p:cNvSpPr/>
            <p:nvPr/>
          </p:nvSpPr>
          <p:spPr>
            <a:xfrm>
              <a:off x="1031705" y="5178167"/>
              <a:ext cx="1997246" cy="8463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学生端页面</a:t>
              </a: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页面样式的优化处理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31705" y="4870391"/>
              <a:ext cx="19972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gradFill>
                    <a:gsLst>
                      <a:gs pos="0">
                        <a:srgbClr val="EAB1C4"/>
                      </a:gs>
                      <a:gs pos="100000">
                        <a:srgbClr val="2BFFFF"/>
                      </a:gs>
                    </a:gsLst>
                    <a:lin ang="27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王钧悦</a:t>
              </a:r>
              <a:endParaRPr lang="id-ID" sz="1400" b="1" dirty="0">
                <a:gradFill>
                  <a:gsLst>
                    <a:gs pos="0">
                      <a:srgbClr val="EAB1C4"/>
                    </a:gs>
                    <a:gs pos="100000">
                      <a:srgbClr val="2BFFFF"/>
                    </a:gs>
                  </a:gsLst>
                  <a:lin ang="27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pic>
        <p:nvPicPr>
          <p:cNvPr id="28" name="图片占位符 27"/>
          <p:cNvPicPr>
            <a:picLocks noGrp="1" noChangeAspect="1"/>
          </p:cNvPicPr>
          <p:nvPr>
            <p:ph type="pic" sz="quarter" idx="1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7175" y="2105471"/>
            <a:ext cx="2148035" cy="2182598"/>
          </a:xfrm>
        </p:spPr>
      </p:pic>
      <p:pic>
        <p:nvPicPr>
          <p:cNvPr id="30" name="图片占位符 29"/>
          <p:cNvPicPr>
            <a:picLocks noGrp="1" noChangeAspect="1"/>
          </p:cNvPicPr>
          <p:nvPr>
            <p:ph type="pic" sz="quarter" idx="12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849" y="2105471"/>
            <a:ext cx="2148035" cy="2182598"/>
          </a:xfrm>
        </p:spPr>
      </p:pic>
      <p:pic>
        <p:nvPicPr>
          <p:cNvPr id="46" name="图片占位符 45"/>
          <p:cNvPicPr>
            <a:picLocks noGrp="1" noChangeAspect="1"/>
          </p:cNvPicPr>
          <p:nvPr>
            <p:ph type="pic" sz="quarter" idx="10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0" name="Oval 9"/>
          <p:cNvSpPr/>
          <p:nvPr/>
        </p:nvSpPr>
        <p:spPr>
          <a:xfrm>
            <a:off x="1993154" y="3827248"/>
            <a:ext cx="812506" cy="812506"/>
          </a:xfrm>
          <a:prstGeom prst="ellipse">
            <a:avLst/>
          </a:prstGeom>
          <a:gradFill flip="none" rotWithShape="1">
            <a:gsLst>
              <a:gs pos="0">
                <a:srgbClr val="EAB1C4"/>
              </a:gs>
              <a:gs pos="100000">
                <a:srgbClr val="2BFFFF"/>
              </a:gs>
            </a:gsLst>
            <a:lin ang="2700000" scaled="1"/>
          </a:gradFill>
          <a:ln>
            <a:noFill/>
          </a:ln>
          <a:effectLst>
            <a:outerShdw blurRad="469900" dist="190500" dir="8100000" sx="95000" sy="95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48376" y="4033446"/>
            <a:ext cx="50206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01</a:t>
            </a:r>
          </a:p>
        </p:txBody>
      </p:sp>
      <p:sp>
        <p:nvSpPr>
          <p:cNvPr id="15" name="Oval 14"/>
          <p:cNvSpPr/>
          <p:nvPr/>
        </p:nvSpPr>
        <p:spPr>
          <a:xfrm>
            <a:off x="5722007" y="3827248"/>
            <a:ext cx="812506" cy="812506"/>
          </a:xfrm>
          <a:prstGeom prst="ellipse">
            <a:avLst/>
          </a:prstGeom>
          <a:gradFill flip="none" rotWithShape="1">
            <a:gsLst>
              <a:gs pos="0">
                <a:srgbClr val="EAB1C4"/>
              </a:gs>
              <a:gs pos="100000">
                <a:srgbClr val="2BFFFF"/>
              </a:gs>
            </a:gsLst>
            <a:lin ang="2700000" scaled="1"/>
          </a:gradFill>
          <a:ln>
            <a:noFill/>
          </a:ln>
          <a:effectLst>
            <a:outerShdw blurRad="469900" dist="190500" dir="8100000" sx="95000" sy="95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69308" y="4033518"/>
            <a:ext cx="517905" cy="3999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02</a:t>
            </a:r>
          </a:p>
        </p:txBody>
      </p:sp>
      <p:sp>
        <p:nvSpPr>
          <p:cNvPr id="20" name="Oval 19"/>
          <p:cNvSpPr/>
          <p:nvPr/>
        </p:nvSpPr>
        <p:spPr>
          <a:xfrm>
            <a:off x="9631242" y="3827248"/>
            <a:ext cx="812506" cy="812506"/>
          </a:xfrm>
          <a:prstGeom prst="ellipse">
            <a:avLst/>
          </a:prstGeom>
          <a:gradFill flip="none" rotWithShape="1">
            <a:gsLst>
              <a:gs pos="0">
                <a:srgbClr val="EAB1C4"/>
              </a:gs>
              <a:gs pos="100000">
                <a:srgbClr val="2BFFFF"/>
              </a:gs>
            </a:gsLst>
            <a:lin ang="2700000" scaled="1"/>
          </a:gradFill>
          <a:ln>
            <a:noFill/>
          </a:ln>
          <a:effectLst>
            <a:outerShdw blurRad="469900" dist="190500" dir="8100000" sx="95000" sy="95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84150" y="4033518"/>
            <a:ext cx="506687" cy="3999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03</a:t>
            </a:r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647CB6AC-E528-68A5-0F18-840585021459}"/>
              </a:ext>
            </a:extLst>
          </p:cNvPr>
          <p:cNvSpPr txBox="1"/>
          <p:nvPr/>
        </p:nvSpPr>
        <p:spPr>
          <a:xfrm>
            <a:off x="4785376" y="1265045"/>
            <a:ext cx="2621250" cy="276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Labor division</a:t>
            </a:r>
            <a:endParaRPr lang="id-ID" sz="12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40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animBg="1"/>
      <p:bldP spid="11" grpId="0"/>
      <p:bldP spid="15" grpId="0" animBg="1"/>
      <p:bldP spid="16" grpId="0"/>
      <p:bldP spid="20" grpId="0" animBg="1"/>
      <p:bldP spid="21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4000" contrast="9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165421" y="2180646"/>
            <a:ext cx="9861159" cy="1637708"/>
            <a:chOff x="1163638" y="2180195"/>
            <a:chExt cx="9864726" cy="1638300"/>
          </a:xfrm>
          <a:gradFill>
            <a:gsLst>
              <a:gs pos="0">
                <a:srgbClr val="2BFFFF"/>
              </a:gs>
              <a:gs pos="69000">
                <a:srgbClr val="EAB1C4"/>
              </a:gs>
            </a:gsLst>
            <a:lin ang="2700000" scaled="1"/>
          </a:gradFill>
        </p:grpSpPr>
        <p:sp>
          <p:nvSpPr>
            <p:cNvPr id="2" name="Freeform 5"/>
            <p:cNvSpPr/>
            <p:nvPr/>
          </p:nvSpPr>
          <p:spPr bwMode="auto">
            <a:xfrm>
              <a:off x="2643188" y="2180195"/>
              <a:ext cx="2057400" cy="712788"/>
            </a:xfrm>
            <a:custGeom>
              <a:avLst/>
              <a:gdLst>
                <a:gd name="T0" fmla="*/ 542 w 548"/>
                <a:gd name="T1" fmla="*/ 171 h 189"/>
                <a:gd name="T2" fmla="*/ 548 w 548"/>
                <a:gd name="T3" fmla="*/ 149 h 189"/>
                <a:gd name="T4" fmla="*/ 449 w 548"/>
                <a:gd name="T5" fmla="*/ 83 h 189"/>
                <a:gd name="T6" fmla="*/ 273 w 548"/>
                <a:gd name="T7" fmla="*/ 0 h 189"/>
                <a:gd name="T8" fmla="*/ 98 w 548"/>
                <a:gd name="T9" fmla="*/ 83 h 189"/>
                <a:gd name="T10" fmla="*/ 0 w 548"/>
                <a:gd name="T11" fmla="*/ 148 h 189"/>
                <a:gd name="T12" fmla="*/ 7 w 548"/>
                <a:gd name="T13" fmla="*/ 176 h 189"/>
                <a:gd name="T14" fmla="*/ 6 w 548"/>
                <a:gd name="T15" fmla="*/ 188 h 189"/>
                <a:gd name="T16" fmla="*/ 125 w 548"/>
                <a:gd name="T17" fmla="*/ 112 h 189"/>
                <a:gd name="T18" fmla="*/ 273 w 548"/>
                <a:gd name="T19" fmla="*/ 40 h 189"/>
                <a:gd name="T20" fmla="*/ 421 w 548"/>
                <a:gd name="T21" fmla="*/ 112 h 189"/>
                <a:gd name="T22" fmla="*/ 543 w 548"/>
                <a:gd name="T23" fmla="*/ 189 h 189"/>
                <a:gd name="T24" fmla="*/ 542 w 548"/>
                <a:gd name="T25" fmla="*/ 171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8" h="189">
                  <a:moveTo>
                    <a:pt x="542" y="171"/>
                  </a:moveTo>
                  <a:cubicBezTo>
                    <a:pt x="542" y="163"/>
                    <a:pt x="545" y="156"/>
                    <a:pt x="548" y="149"/>
                  </a:cubicBezTo>
                  <a:cubicBezTo>
                    <a:pt x="506" y="138"/>
                    <a:pt x="479" y="112"/>
                    <a:pt x="449" y="83"/>
                  </a:cubicBezTo>
                  <a:cubicBezTo>
                    <a:pt x="408" y="44"/>
                    <a:pt x="362" y="0"/>
                    <a:pt x="273" y="0"/>
                  </a:cubicBezTo>
                  <a:cubicBezTo>
                    <a:pt x="184" y="0"/>
                    <a:pt x="138" y="44"/>
                    <a:pt x="98" y="83"/>
                  </a:cubicBezTo>
                  <a:cubicBezTo>
                    <a:pt x="68" y="111"/>
                    <a:pt x="41" y="137"/>
                    <a:pt x="0" y="148"/>
                  </a:cubicBezTo>
                  <a:cubicBezTo>
                    <a:pt x="5" y="157"/>
                    <a:pt x="7" y="166"/>
                    <a:pt x="7" y="176"/>
                  </a:cubicBezTo>
                  <a:cubicBezTo>
                    <a:pt x="7" y="180"/>
                    <a:pt x="7" y="184"/>
                    <a:pt x="6" y="188"/>
                  </a:cubicBezTo>
                  <a:cubicBezTo>
                    <a:pt x="60" y="174"/>
                    <a:pt x="94" y="142"/>
                    <a:pt x="125" y="112"/>
                  </a:cubicBezTo>
                  <a:cubicBezTo>
                    <a:pt x="165" y="73"/>
                    <a:pt x="200" y="40"/>
                    <a:pt x="273" y="40"/>
                  </a:cubicBezTo>
                  <a:cubicBezTo>
                    <a:pt x="346" y="40"/>
                    <a:pt x="381" y="73"/>
                    <a:pt x="421" y="112"/>
                  </a:cubicBezTo>
                  <a:cubicBezTo>
                    <a:pt x="452" y="142"/>
                    <a:pt x="487" y="176"/>
                    <a:pt x="543" y="189"/>
                  </a:cubicBezTo>
                  <a:cubicBezTo>
                    <a:pt x="542" y="183"/>
                    <a:pt x="541" y="177"/>
                    <a:pt x="542" y="17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3" name="Freeform 6"/>
            <p:cNvSpPr/>
            <p:nvPr/>
          </p:nvSpPr>
          <p:spPr bwMode="auto">
            <a:xfrm>
              <a:off x="7470776" y="2180195"/>
              <a:ext cx="2055813" cy="719138"/>
            </a:xfrm>
            <a:custGeom>
              <a:avLst/>
              <a:gdLst>
                <a:gd name="T0" fmla="*/ 540 w 548"/>
                <a:gd name="T1" fmla="*/ 171 h 191"/>
                <a:gd name="T2" fmla="*/ 548 w 548"/>
                <a:gd name="T3" fmla="*/ 147 h 191"/>
                <a:gd name="T4" fmla="*/ 456 w 548"/>
                <a:gd name="T5" fmla="*/ 83 h 191"/>
                <a:gd name="T6" fmla="*/ 281 w 548"/>
                <a:gd name="T7" fmla="*/ 0 h 191"/>
                <a:gd name="T8" fmla="*/ 105 w 548"/>
                <a:gd name="T9" fmla="*/ 83 h 191"/>
                <a:gd name="T10" fmla="*/ 0 w 548"/>
                <a:gd name="T11" fmla="*/ 151 h 191"/>
                <a:gd name="T12" fmla="*/ 6 w 548"/>
                <a:gd name="T13" fmla="*/ 176 h 191"/>
                <a:gd name="T14" fmla="*/ 4 w 548"/>
                <a:gd name="T15" fmla="*/ 191 h 191"/>
                <a:gd name="T16" fmla="*/ 133 w 548"/>
                <a:gd name="T17" fmla="*/ 112 h 191"/>
                <a:gd name="T18" fmla="*/ 281 w 548"/>
                <a:gd name="T19" fmla="*/ 40 h 191"/>
                <a:gd name="T20" fmla="*/ 429 w 548"/>
                <a:gd name="T21" fmla="*/ 112 h 191"/>
                <a:gd name="T22" fmla="*/ 541 w 548"/>
                <a:gd name="T23" fmla="*/ 186 h 191"/>
                <a:gd name="T24" fmla="*/ 540 w 548"/>
                <a:gd name="T25" fmla="*/ 17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8" h="191">
                  <a:moveTo>
                    <a:pt x="540" y="171"/>
                  </a:moveTo>
                  <a:cubicBezTo>
                    <a:pt x="541" y="162"/>
                    <a:pt x="544" y="154"/>
                    <a:pt x="548" y="147"/>
                  </a:cubicBezTo>
                  <a:cubicBezTo>
                    <a:pt x="510" y="135"/>
                    <a:pt x="485" y="110"/>
                    <a:pt x="456" y="83"/>
                  </a:cubicBezTo>
                  <a:cubicBezTo>
                    <a:pt x="416" y="44"/>
                    <a:pt x="370" y="0"/>
                    <a:pt x="281" y="0"/>
                  </a:cubicBezTo>
                  <a:cubicBezTo>
                    <a:pt x="192" y="0"/>
                    <a:pt x="146" y="44"/>
                    <a:pt x="105" y="83"/>
                  </a:cubicBezTo>
                  <a:cubicBezTo>
                    <a:pt x="74" y="113"/>
                    <a:pt x="46" y="140"/>
                    <a:pt x="0" y="151"/>
                  </a:cubicBezTo>
                  <a:cubicBezTo>
                    <a:pt x="4" y="158"/>
                    <a:pt x="6" y="167"/>
                    <a:pt x="6" y="176"/>
                  </a:cubicBezTo>
                  <a:cubicBezTo>
                    <a:pt x="6" y="181"/>
                    <a:pt x="5" y="186"/>
                    <a:pt x="4" y="191"/>
                  </a:cubicBezTo>
                  <a:cubicBezTo>
                    <a:pt x="64" y="178"/>
                    <a:pt x="100" y="143"/>
                    <a:pt x="133" y="112"/>
                  </a:cubicBezTo>
                  <a:cubicBezTo>
                    <a:pt x="173" y="73"/>
                    <a:pt x="208" y="40"/>
                    <a:pt x="281" y="40"/>
                  </a:cubicBezTo>
                  <a:cubicBezTo>
                    <a:pt x="354" y="40"/>
                    <a:pt x="388" y="73"/>
                    <a:pt x="429" y="112"/>
                  </a:cubicBezTo>
                  <a:cubicBezTo>
                    <a:pt x="458" y="140"/>
                    <a:pt x="491" y="172"/>
                    <a:pt x="541" y="186"/>
                  </a:cubicBezTo>
                  <a:cubicBezTo>
                    <a:pt x="540" y="181"/>
                    <a:pt x="540" y="176"/>
                    <a:pt x="540" y="17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9921876" y="2180195"/>
              <a:ext cx="1106488" cy="712788"/>
            </a:xfrm>
            <a:custGeom>
              <a:avLst/>
              <a:gdLst>
                <a:gd name="T0" fmla="*/ 275 w 295"/>
                <a:gd name="T1" fmla="*/ 0 h 189"/>
                <a:gd name="T2" fmla="*/ 99 w 295"/>
                <a:gd name="T3" fmla="*/ 83 h 189"/>
                <a:gd name="T4" fmla="*/ 0 w 295"/>
                <a:gd name="T5" fmla="*/ 149 h 189"/>
                <a:gd name="T6" fmla="*/ 6 w 295"/>
                <a:gd name="T7" fmla="*/ 176 h 189"/>
                <a:gd name="T8" fmla="*/ 5 w 295"/>
                <a:gd name="T9" fmla="*/ 189 h 189"/>
                <a:gd name="T10" fmla="*/ 127 w 295"/>
                <a:gd name="T11" fmla="*/ 112 h 189"/>
                <a:gd name="T12" fmla="*/ 275 w 295"/>
                <a:gd name="T13" fmla="*/ 40 h 189"/>
                <a:gd name="T14" fmla="*/ 295 w 295"/>
                <a:gd name="T15" fmla="*/ 20 h 189"/>
                <a:gd name="T16" fmla="*/ 275 w 295"/>
                <a:gd name="T17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189">
                  <a:moveTo>
                    <a:pt x="275" y="0"/>
                  </a:moveTo>
                  <a:cubicBezTo>
                    <a:pt x="186" y="0"/>
                    <a:pt x="140" y="44"/>
                    <a:pt x="99" y="83"/>
                  </a:cubicBezTo>
                  <a:cubicBezTo>
                    <a:pt x="69" y="112"/>
                    <a:pt x="42" y="138"/>
                    <a:pt x="0" y="149"/>
                  </a:cubicBezTo>
                  <a:cubicBezTo>
                    <a:pt x="4" y="157"/>
                    <a:pt x="6" y="166"/>
                    <a:pt x="6" y="176"/>
                  </a:cubicBezTo>
                  <a:cubicBezTo>
                    <a:pt x="6" y="181"/>
                    <a:pt x="6" y="185"/>
                    <a:pt x="5" y="189"/>
                  </a:cubicBezTo>
                  <a:cubicBezTo>
                    <a:pt x="60" y="176"/>
                    <a:pt x="95" y="142"/>
                    <a:pt x="127" y="112"/>
                  </a:cubicBezTo>
                  <a:cubicBezTo>
                    <a:pt x="167" y="73"/>
                    <a:pt x="202" y="40"/>
                    <a:pt x="275" y="40"/>
                  </a:cubicBezTo>
                  <a:cubicBezTo>
                    <a:pt x="286" y="40"/>
                    <a:pt x="295" y="31"/>
                    <a:pt x="295" y="20"/>
                  </a:cubicBezTo>
                  <a:cubicBezTo>
                    <a:pt x="295" y="9"/>
                    <a:pt x="286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5" name="Freeform 8"/>
            <p:cNvSpPr/>
            <p:nvPr/>
          </p:nvSpPr>
          <p:spPr bwMode="auto">
            <a:xfrm>
              <a:off x="5094288" y="2180195"/>
              <a:ext cx="1985963" cy="701675"/>
            </a:xfrm>
            <a:custGeom>
              <a:avLst/>
              <a:gdLst>
                <a:gd name="T0" fmla="*/ 520 w 529"/>
                <a:gd name="T1" fmla="*/ 171 h 186"/>
                <a:gd name="T2" fmla="*/ 529 w 529"/>
                <a:gd name="T3" fmla="*/ 145 h 186"/>
                <a:gd name="T4" fmla="*/ 442 w 529"/>
                <a:gd name="T5" fmla="*/ 83 h 186"/>
                <a:gd name="T6" fmla="*/ 267 w 529"/>
                <a:gd name="T7" fmla="*/ 0 h 186"/>
                <a:gd name="T8" fmla="*/ 91 w 529"/>
                <a:gd name="T9" fmla="*/ 83 h 186"/>
                <a:gd name="T10" fmla="*/ 0 w 529"/>
                <a:gd name="T11" fmla="*/ 147 h 186"/>
                <a:gd name="T12" fmla="*/ 8 w 529"/>
                <a:gd name="T13" fmla="*/ 176 h 186"/>
                <a:gd name="T14" fmla="*/ 7 w 529"/>
                <a:gd name="T15" fmla="*/ 186 h 186"/>
                <a:gd name="T16" fmla="*/ 119 w 529"/>
                <a:gd name="T17" fmla="*/ 112 h 186"/>
                <a:gd name="T18" fmla="*/ 267 w 529"/>
                <a:gd name="T19" fmla="*/ 40 h 186"/>
                <a:gd name="T20" fmla="*/ 415 w 529"/>
                <a:gd name="T21" fmla="*/ 112 h 186"/>
                <a:gd name="T22" fmla="*/ 520 w 529"/>
                <a:gd name="T23" fmla="*/ 184 h 186"/>
                <a:gd name="T24" fmla="*/ 520 w 529"/>
                <a:gd name="T25" fmla="*/ 17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9" h="186">
                  <a:moveTo>
                    <a:pt x="520" y="171"/>
                  </a:moveTo>
                  <a:cubicBezTo>
                    <a:pt x="521" y="162"/>
                    <a:pt x="524" y="153"/>
                    <a:pt x="529" y="145"/>
                  </a:cubicBezTo>
                  <a:cubicBezTo>
                    <a:pt x="494" y="132"/>
                    <a:pt x="469" y="109"/>
                    <a:pt x="442" y="83"/>
                  </a:cubicBezTo>
                  <a:cubicBezTo>
                    <a:pt x="402" y="44"/>
                    <a:pt x="356" y="0"/>
                    <a:pt x="267" y="0"/>
                  </a:cubicBezTo>
                  <a:cubicBezTo>
                    <a:pt x="178" y="0"/>
                    <a:pt x="132" y="44"/>
                    <a:pt x="91" y="83"/>
                  </a:cubicBezTo>
                  <a:cubicBezTo>
                    <a:pt x="63" y="110"/>
                    <a:pt x="38" y="135"/>
                    <a:pt x="0" y="147"/>
                  </a:cubicBezTo>
                  <a:cubicBezTo>
                    <a:pt x="5" y="155"/>
                    <a:pt x="8" y="165"/>
                    <a:pt x="8" y="176"/>
                  </a:cubicBezTo>
                  <a:cubicBezTo>
                    <a:pt x="8" y="180"/>
                    <a:pt x="7" y="183"/>
                    <a:pt x="7" y="186"/>
                  </a:cubicBezTo>
                  <a:cubicBezTo>
                    <a:pt x="57" y="172"/>
                    <a:pt x="89" y="140"/>
                    <a:pt x="119" y="112"/>
                  </a:cubicBezTo>
                  <a:cubicBezTo>
                    <a:pt x="159" y="73"/>
                    <a:pt x="194" y="40"/>
                    <a:pt x="267" y="40"/>
                  </a:cubicBezTo>
                  <a:cubicBezTo>
                    <a:pt x="340" y="40"/>
                    <a:pt x="374" y="73"/>
                    <a:pt x="415" y="112"/>
                  </a:cubicBezTo>
                  <a:cubicBezTo>
                    <a:pt x="443" y="139"/>
                    <a:pt x="474" y="169"/>
                    <a:pt x="520" y="184"/>
                  </a:cubicBezTo>
                  <a:cubicBezTo>
                    <a:pt x="520" y="180"/>
                    <a:pt x="520" y="176"/>
                    <a:pt x="520" y="17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6" name="Freeform 9"/>
            <p:cNvSpPr/>
            <p:nvPr/>
          </p:nvSpPr>
          <p:spPr bwMode="auto">
            <a:xfrm>
              <a:off x="1163638" y="2180195"/>
              <a:ext cx="1085850" cy="704850"/>
            </a:xfrm>
            <a:custGeom>
              <a:avLst/>
              <a:gdLst>
                <a:gd name="T0" fmla="*/ 282 w 289"/>
                <a:gd name="T1" fmla="*/ 171 h 187"/>
                <a:gd name="T2" fmla="*/ 289 w 289"/>
                <a:gd name="T3" fmla="*/ 147 h 187"/>
                <a:gd name="T4" fmla="*/ 196 w 289"/>
                <a:gd name="T5" fmla="*/ 83 h 187"/>
                <a:gd name="T6" fmla="*/ 20 w 289"/>
                <a:gd name="T7" fmla="*/ 0 h 187"/>
                <a:gd name="T8" fmla="*/ 0 w 289"/>
                <a:gd name="T9" fmla="*/ 20 h 187"/>
                <a:gd name="T10" fmla="*/ 20 w 289"/>
                <a:gd name="T11" fmla="*/ 40 h 187"/>
                <a:gd name="T12" fmla="*/ 168 w 289"/>
                <a:gd name="T13" fmla="*/ 112 h 187"/>
                <a:gd name="T14" fmla="*/ 283 w 289"/>
                <a:gd name="T15" fmla="*/ 187 h 187"/>
                <a:gd name="T16" fmla="*/ 282 w 289"/>
                <a:gd name="T17" fmla="*/ 171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187">
                  <a:moveTo>
                    <a:pt x="282" y="171"/>
                  </a:moveTo>
                  <a:cubicBezTo>
                    <a:pt x="283" y="163"/>
                    <a:pt x="286" y="155"/>
                    <a:pt x="289" y="147"/>
                  </a:cubicBezTo>
                  <a:cubicBezTo>
                    <a:pt x="251" y="135"/>
                    <a:pt x="225" y="111"/>
                    <a:pt x="196" y="83"/>
                  </a:cubicBezTo>
                  <a:cubicBezTo>
                    <a:pt x="155" y="44"/>
                    <a:pt x="109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93" y="40"/>
                    <a:pt x="128" y="73"/>
                    <a:pt x="168" y="112"/>
                  </a:cubicBezTo>
                  <a:cubicBezTo>
                    <a:pt x="198" y="141"/>
                    <a:pt x="232" y="173"/>
                    <a:pt x="283" y="187"/>
                  </a:cubicBezTo>
                  <a:cubicBezTo>
                    <a:pt x="282" y="182"/>
                    <a:pt x="282" y="177"/>
                    <a:pt x="282" y="17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0" name="Freeform 12"/>
            <p:cNvSpPr/>
            <p:nvPr/>
          </p:nvSpPr>
          <p:spPr bwMode="auto">
            <a:xfrm>
              <a:off x="2360613" y="2756458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1" name="Freeform 13"/>
            <p:cNvSpPr>
              <a:spLocks noEditPoints="1"/>
            </p:cNvSpPr>
            <p:nvPr/>
          </p:nvSpPr>
          <p:spPr bwMode="auto">
            <a:xfrm>
              <a:off x="2241551" y="2643745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7" name="Freeform 12"/>
            <p:cNvSpPr/>
            <p:nvPr/>
          </p:nvSpPr>
          <p:spPr bwMode="auto">
            <a:xfrm>
              <a:off x="4810919" y="2756458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8" name="Freeform 13"/>
            <p:cNvSpPr>
              <a:spLocks noEditPoints="1"/>
            </p:cNvSpPr>
            <p:nvPr/>
          </p:nvSpPr>
          <p:spPr bwMode="auto">
            <a:xfrm>
              <a:off x="4691857" y="2643745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4" name="Freeform 12"/>
            <p:cNvSpPr/>
            <p:nvPr/>
          </p:nvSpPr>
          <p:spPr bwMode="auto">
            <a:xfrm>
              <a:off x="7185025" y="2756458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5" name="Freeform 13"/>
            <p:cNvSpPr>
              <a:spLocks noEditPoints="1"/>
            </p:cNvSpPr>
            <p:nvPr/>
          </p:nvSpPr>
          <p:spPr bwMode="auto">
            <a:xfrm>
              <a:off x="7065963" y="2643745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31" name="Freeform 12"/>
            <p:cNvSpPr/>
            <p:nvPr/>
          </p:nvSpPr>
          <p:spPr bwMode="auto">
            <a:xfrm>
              <a:off x="9639301" y="2756458"/>
              <a:ext cx="173038" cy="173038"/>
            </a:xfrm>
            <a:custGeom>
              <a:avLst/>
              <a:gdLst>
                <a:gd name="T0" fmla="*/ 23 w 46"/>
                <a:gd name="T1" fmla="*/ 46 h 46"/>
                <a:gd name="T2" fmla="*/ 23 w 46"/>
                <a:gd name="T3" fmla="*/ 46 h 46"/>
                <a:gd name="T4" fmla="*/ 0 w 46"/>
                <a:gd name="T5" fmla="*/ 23 h 46"/>
                <a:gd name="T6" fmla="*/ 0 w 46"/>
                <a:gd name="T7" fmla="*/ 23 h 46"/>
                <a:gd name="T8" fmla="*/ 23 w 46"/>
                <a:gd name="T9" fmla="*/ 0 h 46"/>
                <a:gd name="T10" fmla="*/ 23 w 46"/>
                <a:gd name="T11" fmla="*/ 0 h 46"/>
                <a:gd name="T12" fmla="*/ 46 w 46"/>
                <a:gd name="T13" fmla="*/ 23 h 46"/>
                <a:gd name="T14" fmla="*/ 46 w 46"/>
                <a:gd name="T15" fmla="*/ 23 h 46"/>
                <a:gd name="T16" fmla="*/ 23 w 46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6"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36"/>
                    <a:pt x="35" y="46"/>
                    <a:pt x="23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32" name="Freeform 13"/>
            <p:cNvSpPr>
              <a:spLocks noEditPoints="1"/>
            </p:cNvSpPr>
            <p:nvPr/>
          </p:nvSpPr>
          <p:spPr bwMode="auto">
            <a:xfrm>
              <a:off x="9520239" y="2643745"/>
              <a:ext cx="404813" cy="1174750"/>
            </a:xfrm>
            <a:custGeom>
              <a:avLst/>
              <a:gdLst>
                <a:gd name="T0" fmla="*/ 45 w 108"/>
                <a:gd name="T1" fmla="*/ 312 h 312"/>
                <a:gd name="T2" fmla="*/ 45 w 108"/>
                <a:gd name="T3" fmla="*/ 147 h 312"/>
                <a:gd name="T4" fmla="*/ 20 w 108"/>
                <a:gd name="T5" fmla="*/ 94 h 312"/>
                <a:gd name="T6" fmla="*/ 1 w 108"/>
                <a:gd name="T7" fmla="*/ 49 h 312"/>
                <a:gd name="T8" fmla="*/ 49 w 108"/>
                <a:gd name="T9" fmla="*/ 0 h 312"/>
                <a:gd name="T10" fmla="*/ 55 w 108"/>
                <a:gd name="T11" fmla="*/ 0 h 312"/>
                <a:gd name="T12" fmla="*/ 108 w 108"/>
                <a:gd name="T13" fmla="*/ 53 h 312"/>
                <a:gd name="T14" fmla="*/ 89 w 108"/>
                <a:gd name="T15" fmla="*/ 95 h 312"/>
                <a:gd name="T16" fmla="*/ 64 w 108"/>
                <a:gd name="T17" fmla="*/ 147 h 312"/>
                <a:gd name="T18" fmla="*/ 64 w 108"/>
                <a:gd name="T19" fmla="*/ 312 h 312"/>
                <a:gd name="T20" fmla="*/ 45 w 108"/>
                <a:gd name="T21" fmla="*/ 312 h 312"/>
                <a:gd name="T22" fmla="*/ 55 w 108"/>
                <a:gd name="T23" fmla="*/ 19 h 312"/>
                <a:gd name="T24" fmla="*/ 20 w 108"/>
                <a:gd name="T25" fmla="*/ 53 h 312"/>
                <a:gd name="T26" fmla="*/ 55 w 108"/>
                <a:gd name="T27" fmla="*/ 88 h 312"/>
                <a:gd name="T28" fmla="*/ 89 w 108"/>
                <a:gd name="T29" fmla="*/ 53 h 312"/>
                <a:gd name="T30" fmla="*/ 55 w 108"/>
                <a:gd name="T31" fmla="*/ 1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312">
                  <a:moveTo>
                    <a:pt x="45" y="312"/>
                  </a:moveTo>
                  <a:cubicBezTo>
                    <a:pt x="45" y="147"/>
                    <a:pt x="45" y="147"/>
                    <a:pt x="45" y="147"/>
                  </a:cubicBezTo>
                  <a:cubicBezTo>
                    <a:pt x="45" y="127"/>
                    <a:pt x="36" y="108"/>
                    <a:pt x="20" y="94"/>
                  </a:cubicBezTo>
                  <a:cubicBezTo>
                    <a:pt x="7" y="83"/>
                    <a:pt x="0" y="66"/>
                    <a:pt x="1" y="49"/>
                  </a:cubicBezTo>
                  <a:cubicBezTo>
                    <a:pt x="3" y="23"/>
                    <a:pt x="23" y="3"/>
                    <a:pt x="49" y="0"/>
                  </a:cubicBezTo>
                  <a:cubicBezTo>
                    <a:pt x="51" y="0"/>
                    <a:pt x="53" y="0"/>
                    <a:pt x="55" y="0"/>
                  </a:cubicBezTo>
                  <a:cubicBezTo>
                    <a:pt x="84" y="0"/>
                    <a:pt x="108" y="24"/>
                    <a:pt x="108" y="53"/>
                  </a:cubicBezTo>
                  <a:cubicBezTo>
                    <a:pt x="108" y="69"/>
                    <a:pt x="101" y="84"/>
                    <a:pt x="89" y="95"/>
                  </a:cubicBezTo>
                  <a:cubicBezTo>
                    <a:pt x="73" y="107"/>
                    <a:pt x="64" y="126"/>
                    <a:pt x="64" y="147"/>
                  </a:cubicBezTo>
                  <a:cubicBezTo>
                    <a:pt x="64" y="312"/>
                    <a:pt x="64" y="312"/>
                    <a:pt x="64" y="312"/>
                  </a:cubicBezTo>
                  <a:lnTo>
                    <a:pt x="45" y="312"/>
                  </a:lnTo>
                  <a:close/>
                  <a:moveTo>
                    <a:pt x="55" y="19"/>
                  </a:moveTo>
                  <a:cubicBezTo>
                    <a:pt x="36" y="19"/>
                    <a:pt x="20" y="34"/>
                    <a:pt x="20" y="53"/>
                  </a:cubicBezTo>
                  <a:cubicBezTo>
                    <a:pt x="20" y="72"/>
                    <a:pt x="36" y="88"/>
                    <a:pt x="55" y="88"/>
                  </a:cubicBezTo>
                  <a:cubicBezTo>
                    <a:pt x="74" y="88"/>
                    <a:pt x="89" y="72"/>
                    <a:pt x="89" y="53"/>
                  </a:cubicBezTo>
                  <a:cubicBezTo>
                    <a:pt x="89" y="34"/>
                    <a:pt x="74" y="19"/>
                    <a:pt x="55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1642679" y="4637210"/>
            <a:ext cx="1605197" cy="400004"/>
          </a:xfrm>
          <a:prstGeom prst="rect">
            <a:avLst/>
          </a:prstGeom>
          <a:noFill/>
        </p:spPr>
        <p:txBody>
          <a:bodyPr wrap="square" lIns="91407" tIns="45703" rIns="91407" bIns="45703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6.5~6.13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65374" y="4939169"/>
            <a:ext cx="2159807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项目启动阶段，主要包括项目需求分析，功能模块设计，数据库设计与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API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接口设计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099240" y="4637210"/>
            <a:ext cx="1605197" cy="400004"/>
          </a:xfrm>
          <a:prstGeom prst="rect">
            <a:avLst/>
          </a:prstGeom>
          <a:noFill/>
        </p:spPr>
        <p:txBody>
          <a:bodyPr wrap="square" lIns="91407" tIns="45703" rIns="91407" bIns="45703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~6.20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21935" y="4939169"/>
            <a:ext cx="2159807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项目开发阶段，完成前端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UI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原型设计，后端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API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接口实现，初步构建前端页面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65347" y="4637210"/>
            <a:ext cx="1605197" cy="400004"/>
          </a:xfrm>
          <a:prstGeom prst="rect">
            <a:avLst/>
          </a:prstGeom>
          <a:noFill/>
        </p:spPr>
        <p:txBody>
          <a:bodyPr wrap="square" lIns="91407" tIns="45703" rIns="91407" bIns="45703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~6.27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88042" y="4939169"/>
            <a:ext cx="2159807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项目收尾阶段，进行前端页面的精细化设计，后端进行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API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调试与修改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912795" y="4637210"/>
            <a:ext cx="1605197" cy="400004"/>
          </a:xfrm>
          <a:prstGeom prst="rect">
            <a:avLst/>
          </a:prstGeom>
          <a:noFill/>
        </p:spPr>
        <p:txBody>
          <a:bodyPr wrap="square" lIns="91407" tIns="45703" rIns="91407" bIns="45703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~7.2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35490" y="4939169"/>
            <a:ext cx="2159807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项目展示阶段，完成项目汇报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PPT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，项目相关文档撰写与完善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9247251" y="3462884"/>
            <a:ext cx="936285" cy="936285"/>
            <a:chOff x="9248390" y="3462896"/>
            <a:chExt cx="936624" cy="936624"/>
          </a:xfrm>
        </p:grpSpPr>
        <p:sp>
          <p:nvSpPr>
            <p:cNvPr id="57" name="Oval 56"/>
            <p:cNvSpPr/>
            <p:nvPr/>
          </p:nvSpPr>
          <p:spPr>
            <a:xfrm>
              <a:off x="9248390" y="3462896"/>
              <a:ext cx="936624" cy="9366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27000" dir="8100000" sx="95000" sy="95000" algn="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61" name="Freeform 99"/>
            <p:cNvSpPr>
              <a:spLocks noEditPoints="1"/>
            </p:cNvSpPr>
            <p:nvPr/>
          </p:nvSpPr>
          <p:spPr bwMode="auto">
            <a:xfrm>
              <a:off x="9508474" y="3769273"/>
              <a:ext cx="395000" cy="365122"/>
            </a:xfrm>
            <a:custGeom>
              <a:avLst/>
              <a:gdLst>
                <a:gd name="T0" fmla="*/ 200 w 200"/>
                <a:gd name="T1" fmla="*/ 0 h 184"/>
                <a:gd name="T2" fmla="*/ 0 w 200"/>
                <a:gd name="T3" fmla="*/ 74 h 184"/>
                <a:gd name="T4" fmla="*/ 64 w 200"/>
                <a:gd name="T5" fmla="*/ 123 h 184"/>
                <a:gd name="T6" fmla="*/ 64 w 200"/>
                <a:gd name="T7" fmla="*/ 154 h 184"/>
                <a:gd name="T8" fmla="*/ 65 w 200"/>
                <a:gd name="T9" fmla="*/ 156 h 184"/>
                <a:gd name="T10" fmla="*/ 65 w 200"/>
                <a:gd name="T11" fmla="*/ 157 h 184"/>
                <a:gd name="T12" fmla="*/ 69 w 200"/>
                <a:gd name="T13" fmla="*/ 159 h 184"/>
                <a:gd name="T14" fmla="*/ 71 w 200"/>
                <a:gd name="T15" fmla="*/ 158 h 184"/>
                <a:gd name="T16" fmla="*/ 93 w 200"/>
                <a:gd name="T17" fmla="*/ 144 h 184"/>
                <a:gd name="T18" fmla="*/ 147 w 200"/>
                <a:gd name="T19" fmla="*/ 184 h 184"/>
                <a:gd name="T20" fmla="*/ 200 w 200"/>
                <a:gd name="T21" fmla="*/ 0 h 184"/>
                <a:gd name="T22" fmla="*/ 178 w 200"/>
                <a:gd name="T23" fmla="*/ 17 h 184"/>
                <a:gd name="T24" fmla="*/ 70 w 200"/>
                <a:gd name="T25" fmla="*/ 117 h 184"/>
                <a:gd name="T26" fmla="*/ 17 w 200"/>
                <a:gd name="T27" fmla="*/ 77 h 184"/>
                <a:gd name="T28" fmla="*/ 178 w 200"/>
                <a:gd name="T29" fmla="*/ 17 h 184"/>
                <a:gd name="T30" fmla="*/ 72 w 200"/>
                <a:gd name="T31" fmla="*/ 148 h 184"/>
                <a:gd name="T32" fmla="*/ 72 w 200"/>
                <a:gd name="T33" fmla="*/ 129 h 184"/>
                <a:gd name="T34" fmla="*/ 87 w 200"/>
                <a:gd name="T35" fmla="*/ 139 h 184"/>
                <a:gd name="T36" fmla="*/ 72 w 200"/>
                <a:gd name="T37" fmla="*/ 148 h 184"/>
                <a:gd name="T38" fmla="*/ 77 w 200"/>
                <a:gd name="T39" fmla="*/ 122 h 184"/>
                <a:gd name="T40" fmla="*/ 186 w 200"/>
                <a:gd name="T41" fmla="*/ 21 h 184"/>
                <a:gd name="T42" fmla="*/ 142 w 200"/>
                <a:gd name="T43" fmla="*/ 171 h 184"/>
                <a:gd name="T44" fmla="*/ 77 w 200"/>
                <a:gd name="T45" fmla="*/ 122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0" h="184">
                  <a:moveTo>
                    <a:pt x="200" y="0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64" y="123"/>
                    <a:pt x="64" y="123"/>
                    <a:pt x="64" y="123"/>
                  </a:cubicBezTo>
                  <a:cubicBezTo>
                    <a:pt x="64" y="154"/>
                    <a:pt x="64" y="154"/>
                    <a:pt x="64" y="154"/>
                  </a:cubicBezTo>
                  <a:cubicBezTo>
                    <a:pt x="64" y="155"/>
                    <a:pt x="65" y="156"/>
                    <a:pt x="65" y="156"/>
                  </a:cubicBezTo>
                  <a:cubicBezTo>
                    <a:pt x="65" y="156"/>
                    <a:pt x="65" y="157"/>
                    <a:pt x="65" y="157"/>
                  </a:cubicBezTo>
                  <a:cubicBezTo>
                    <a:pt x="66" y="158"/>
                    <a:pt x="67" y="159"/>
                    <a:pt x="69" y="159"/>
                  </a:cubicBezTo>
                  <a:cubicBezTo>
                    <a:pt x="69" y="159"/>
                    <a:pt x="70" y="159"/>
                    <a:pt x="71" y="158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47" y="184"/>
                    <a:pt x="147" y="184"/>
                    <a:pt x="147" y="184"/>
                  </a:cubicBezTo>
                  <a:lnTo>
                    <a:pt x="200" y="0"/>
                  </a:lnTo>
                  <a:close/>
                  <a:moveTo>
                    <a:pt x="178" y="17"/>
                  </a:moveTo>
                  <a:cubicBezTo>
                    <a:pt x="70" y="117"/>
                    <a:pt x="70" y="117"/>
                    <a:pt x="70" y="117"/>
                  </a:cubicBezTo>
                  <a:cubicBezTo>
                    <a:pt x="17" y="77"/>
                    <a:pt x="17" y="77"/>
                    <a:pt x="17" y="77"/>
                  </a:cubicBezTo>
                  <a:lnTo>
                    <a:pt x="178" y="17"/>
                  </a:lnTo>
                  <a:close/>
                  <a:moveTo>
                    <a:pt x="72" y="148"/>
                  </a:moveTo>
                  <a:cubicBezTo>
                    <a:pt x="72" y="129"/>
                    <a:pt x="72" y="129"/>
                    <a:pt x="72" y="129"/>
                  </a:cubicBezTo>
                  <a:cubicBezTo>
                    <a:pt x="87" y="139"/>
                    <a:pt x="87" y="139"/>
                    <a:pt x="87" y="139"/>
                  </a:cubicBezTo>
                  <a:lnTo>
                    <a:pt x="72" y="148"/>
                  </a:lnTo>
                  <a:close/>
                  <a:moveTo>
                    <a:pt x="77" y="122"/>
                  </a:moveTo>
                  <a:cubicBezTo>
                    <a:pt x="186" y="21"/>
                    <a:pt x="186" y="21"/>
                    <a:pt x="186" y="21"/>
                  </a:cubicBezTo>
                  <a:cubicBezTo>
                    <a:pt x="142" y="171"/>
                    <a:pt x="142" y="171"/>
                    <a:pt x="142" y="171"/>
                  </a:cubicBezTo>
                  <a:lnTo>
                    <a:pt x="77" y="12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977135" y="3462884"/>
            <a:ext cx="936285" cy="936285"/>
            <a:chOff x="1975644" y="3462896"/>
            <a:chExt cx="936624" cy="936624"/>
          </a:xfrm>
        </p:grpSpPr>
        <p:sp>
          <p:nvSpPr>
            <p:cNvPr id="35" name="Oval 34"/>
            <p:cNvSpPr/>
            <p:nvPr/>
          </p:nvSpPr>
          <p:spPr>
            <a:xfrm>
              <a:off x="1975644" y="3462896"/>
              <a:ext cx="936624" cy="9366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27000" dir="8100000" sx="95000" sy="95000" algn="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grpSp>
          <p:nvGrpSpPr>
            <p:cNvPr id="62" name="Gruppieren 1128"/>
            <p:cNvGrpSpPr/>
            <p:nvPr/>
          </p:nvGrpSpPr>
          <p:grpSpPr>
            <a:xfrm>
              <a:off x="2234415" y="3721667"/>
              <a:ext cx="419082" cy="419082"/>
              <a:chOff x="5474494" y="1684338"/>
              <a:chExt cx="496888" cy="496888"/>
            </a:xfrm>
            <a:gradFill>
              <a:gsLst>
                <a:gs pos="0">
                  <a:schemeClr val="accent1"/>
                </a:gs>
                <a:gs pos="98000">
                  <a:schemeClr val="accent2"/>
                </a:gs>
              </a:gsLst>
              <a:lin ang="2700000" scaled="1"/>
            </a:gradFill>
          </p:grpSpPr>
          <p:sp>
            <p:nvSpPr>
              <p:cNvPr id="63" name="Freeform 260"/>
              <p:cNvSpPr>
                <a:spLocks noEditPoints="1"/>
              </p:cNvSpPr>
              <p:nvPr/>
            </p:nvSpPr>
            <p:spPr bwMode="auto">
              <a:xfrm>
                <a:off x="5831681" y="1882775"/>
                <a:ext cx="123825" cy="298450"/>
              </a:xfrm>
              <a:custGeom>
                <a:avLst/>
                <a:gdLst>
                  <a:gd name="T0" fmla="*/ 78 w 78"/>
                  <a:gd name="T1" fmla="*/ 188 h 188"/>
                  <a:gd name="T2" fmla="*/ 0 w 78"/>
                  <a:gd name="T3" fmla="*/ 188 h 188"/>
                  <a:gd name="T4" fmla="*/ 0 w 78"/>
                  <a:gd name="T5" fmla="*/ 0 h 188"/>
                  <a:gd name="T6" fmla="*/ 78 w 78"/>
                  <a:gd name="T7" fmla="*/ 0 h 188"/>
                  <a:gd name="T8" fmla="*/ 78 w 78"/>
                  <a:gd name="T9" fmla="*/ 188 h 188"/>
                  <a:gd name="T10" fmla="*/ 10 w 78"/>
                  <a:gd name="T11" fmla="*/ 178 h 188"/>
                  <a:gd name="T12" fmla="*/ 67 w 78"/>
                  <a:gd name="T13" fmla="*/ 178 h 188"/>
                  <a:gd name="T14" fmla="*/ 67 w 78"/>
                  <a:gd name="T15" fmla="*/ 11 h 188"/>
                  <a:gd name="T16" fmla="*/ 10 w 78"/>
                  <a:gd name="T17" fmla="*/ 11 h 188"/>
                  <a:gd name="T18" fmla="*/ 10 w 78"/>
                  <a:gd name="T19" fmla="*/ 178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188">
                    <a:moveTo>
                      <a:pt x="78" y="188"/>
                    </a:moveTo>
                    <a:lnTo>
                      <a:pt x="0" y="188"/>
                    </a:lnTo>
                    <a:lnTo>
                      <a:pt x="0" y="0"/>
                    </a:lnTo>
                    <a:lnTo>
                      <a:pt x="78" y="0"/>
                    </a:lnTo>
                    <a:lnTo>
                      <a:pt x="78" y="188"/>
                    </a:lnTo>
                    <a:close/>
                    <a:moveTo>
                      <a:pt x="10" y="178"/>
                    </a:moveTo>
                    <a:lnTo>
                      <a:pt x="67" y="178"/>
                    </a:lnTo>
                    <a:lnTo>
                      <a:pt x="67" y="11"/>
                    </a:lnTo>
                    <a:lnTo>
                      <a:pt x="10" y="11"/>
                    </a:lnTo>
                    <a:lnTo>
                      <a:pt x="10" y="1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64" name="Freeform 261"/>
              <p:cNvSpPr>
                <a:spLocks noEditPoints="1"/>
              </p:cNvSpPr>
              <p:nvPr/>
            </p:nvSpPr>
            <p:spPr bwMode="auto">
              <a:xfrm>
                <a:off x="5490369" y="1882775"/>
                <a:ext cx="125413" cy="298450"/>
              </a:xfrm>
              <a:custGeom>
                <a:avLst/>
                <a:gdLst>
                  <a:gd name="T0" fmla="*/ 79 w 79"/>
                  <a:gd name="T1" fmla="*/ 188 h 188"/>
                  <a:gd name="T2" fmla="*/ 0 w 79"/>
                  <a:gd name="T3" fmla="*/ 188 h 188"/>
                  <a:gd name="T4" fmla="*/ 0 w 79"/>
                  <a:gd name="T5" fmla="*/ 0 h 188"/>
                  <a:gd name="T6" fmla="*/ 79 w 79"/>
                  <a:gd name="T7" fmla="*/ 0 h 188"/>
                  <a:gd name="T8" fmla="*/ 79 w 79"/>
                  <a:gd name="T9" fmla="*/ 188 h 188"/>
                  <a:gd name="T10" fmla="*/ 11 w 79"/>
                  <a:gd name="T11" fmla="*/ 178 h 188"/>
                  <a:gd name="T12" fmla="*/ 68 w 79"/>
                  <a:gd name="T13" fmla="*/ 178 h 188"/>
                  <a:gd name="T14" fmla="*/ 68 w 79"/>
                  <a:gd name="T15" fmla="*/ 11 h 188"/>
                  <a:gd name="T16" fmla="*/ 11 w 79"/>
                  <a:gd name="T17" fmla="*/ 11 h 188"/>
                  <a:gd name="T18" fmla="*/ 11 w 79"/>
                  <a:gd name="T19" fmla="*/ 178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9" h="188">
                    <a:moveTo>
                      <a:pt x="79" y="188"/>
                    </a:moveTo>
                    <a:lnTo>
                      <a:pt x="0" y="188"/>
                    </a:lnTo>
                    <a:lnTo>
                      <a:pt x="0" y="0"/>
                    </a:lnTo>
                    <a:lnTo>
                      <a:pt x="79" y="0"/>
                    </a:lnTo>
                    <a:lnTo>
                      <a:pt x="79" y="188"/>
                    </a:lnTo>
                    <a:close/>
                    <a:moveTo>
                      <a:pt x="11" y="178"/>
                    </a:moveTo>
                    <a:lnTo>
                      <a:pt x="68" y="178"/>
                    </a:lnTo>
                    <a:lnTo>
                      <a:pt x="68" y="11"/>
                    </a:lnTo>
                    <a:lnTo>
                      <a:pt x="11" y="11"/>
                    </a:lnTo>
                    <a:lnTo>
                      <a:pt x="11" y="1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65" name="Freeform 262"/>
              <p:cNvSpPr>
                <a:spLocks noEditPoints="1"/>
              </p:cNvSpPr>
              <p:nvPr/>
            </p:nvSpPr>
            <p:spPr bwMode="auto">
              <a:xfrm>
                <a:off x="5598319" y="1766888"/>
                <a:ext cx="249238" cy="414338"/>
              </a:xfrm>
              <a:custGeom>
                <a:avLst/>
                <a:gdLst>
                  <a:gd name="T0" fmla="*/ 157 w 157"/>
                  <a:gd name="T1" fmla="*/ 261 h 261"/>
                  <a:gd name="T2" fmla="*/ 0 w 157"/>
                  <a:gd name="T3" fmla="*/ 261 h 261"/>
                  <a:gd name="T4" fmla="*/ 0 w 157"/>
                  <a:gd name="T5" fmla="*/ 0 h 261"/>
                  <a:gd name="T6" fmla="*/ 157 w 157"/>
                  <a:gd name="T7" fmla="*/ 0 h 261"/>
                  <a:gd name="T8" fmla="*/ 157 w 157"/>
                  <a:gd name="T9" fmla="*/ 261 h 261"/>
                  <a:gd name="T10" fmla="*/ 11 w 157"/>
                  <a:gd name="T11" fmla="*/ 251 h 261"/>
                  <a:gd name="T12" fmla="*/ 147 w 157"/>
                  <a:gd name="T13" fmla="*/ 251 h 261"/>
                  <a:gd name="T14" fmla="*/ 147 w 157"/>
                  <a:gd name="T15" fmla="*/ 10 h 261"/>
                  <a:gd name="T16" fmla="*/ 11 w 157"/>
                  <a:gd name="T17" fmla="*/ 10 h 261"/>
                  <a:gd name="T18" fmla="*/ 11 w 157"/>
                  <a:gd name="T19" fmla="*/ 25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7" h="261">
                    <a:moveTo>
                      <a:pt x="157" y="261"/>
                    </a:moveTo>
                    <a:lnTo>
                      <a:pt x="0" y="261"/>
                    </a:lnTo>
                    <a:lnTo>
                      <a:pt x="0" y="0"/>
                    </a:lnTo>
                    <a:lnTo>
                      <a:pt x="157" y="0"/>
                    </a:lnTo>
                    <a:lnTo>
                      <a:pt x="157" y="261"/>
                    </a:lnTo>
                    <a:close/>
                    <a:moveTo>
                      <a:pt x="11" y="251"/>
                    </a:moveTo>
                    <a:lnTo>
                      <a:pt x="147" y="251"/>
                    </a:lnTo>
                    <a:lnTo>
                      <a:pt x="147" y="10"/>
                    </a:lnTo>
                    <a:lnTo>
                      <a:pt x="11" y="10"/>
                    </a:lnTo>
                    <a:lnTo>
                      <a:pt x="11" y="25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66" name="Freeform 263"/>
              <p:cNvSpPr/>
              <p:nvPr/>
            </p:nvSpPr>
            <p:spPr bwMode="auto">
              <a:xfrm>
                <a:off x="5474494" y="2165350"/>
                <a:ext cx="496888" cy="15875"/>
              </a:xfrm>
              <a:custGeom>
                <a:avLst/>
                <a:gdLst>
                  <a:gd name="T0" fmla="*/ 236 w 240"/>
                  <a:gd name="T1" fmla="*/ 8 h 8"/>
                  <a:gd name="T2" fmla="*/ 4 w 240"/>
                  <a:gd name="T3" fmla="*/ 8 h 8"/>
                  <a:gd name="T4" fmla="*/ 0 w 240"/>
                  <a:gd name="T5" fmla="*/ 4 h 8"/>
                  <a:gd name="T6" fmla="*/ 4 w 240"/>
                  <a:gd name="T7" fmla="*/ 0 h 8"/>
                  <a:gd name="T8" fmla="*/ 236 w 240"/>
                  <a:gd name="T9" fmla="*/ 0 h 8"/>
                  <a:gd name="T10" fmla="*/ 240 w 240"/>
                  <a:gd name="T11" fmla="*/ 4 h 8"/>
                  <a:gd name="T12" fmla="*/ 236 w 240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8">
                    <a:moveTo>
                      <a:pt x="236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36" y="0"/>
                      <a:pt x="236" y="0"/>
                      <a:pt x="236" y="0"/>
                    </a:cubicBezTo>
                    <a:cubicBezTo>
                      <a:pt x="238" y="0"/>
                      <a:pt x="240" y="2"/>
                      <a:pt x="240" y="4"/>
                    </a:cubicBezTo>
                    <a:cubicBezTo>
                      <a:pt x="240" y="6"/>
                      <a:pt x="238" y="8"/>
                      <a:pt x="23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67" name="Freeform 264"/>
              <p:cNvSpPr>
                <a:spLocks noEditPoints="1"/>
              </p:cNvSpPr>
              <p:nvPr/>
            </p:nvSpPr>
            <p:spPr bwMode="auto">
              <a:xfrm>
                <a:off x="5649119" y="1725613"/>
                <a:ext cx="149225" cy="57150"/>
              </a:xfrm>
              <a:custGeom>
                <a:avLst/>
                <a:gdLst>
                  <a:gd name="T0" fmla="*/ 94 w 94"/>
                  <a:gd name="T1" fmla="*/ 36 h 36"/>
                  <a:gd name="T2" fmla="*/ 0 w 94"/>
                  <a:gd name="T3" fmla="*/ 36 h 36"/>
                  <a:gd name="T4" fmla="*/ 0 w 94"/>
                  <a:gd name="T5" fmla="*/ 0 h 36"/>
                  <a:gd name="T6" fmla="*/ 94 w 94"/>
                  <a:gd name="T7" fmla="*/ 0 h 36"/>
                  <a:gd name="T8" fmla="*/ 94 w 94"/>
                  <a:gd name="T9" fmla="*/ 36 h 36"/>
                  <a:gd name="T10" fmla="*/ 10 w 94"/>
                  <a:gd name="T11" fmla="*/ 26 h 36"/>
                  <a:gd name="T12" fmla="*/ 83 w 94"/>
                  <a:gd name="T13" fmla="*/ 26 h 36"/>
                  <a:gd name="T14" fmla="*/ 83 w 94"/>
                  <a:gd name="T15" fmla="*/ 10 h 36"/>
                  <a:gd name="T16" fmla="*/ 10 w 94"/>
                  <a:gd name="T17" fmla="*/ 10 h 36"/>
                  <a:gd name="T18" fmla="*/ 10 w 94"/>
                  <a:gd name="T19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" h="36">
                    <a:moveTo>
                      <a:pt x="94" y="36"/>
                    </a:moveTo>
                    <a:lnTo>
                      <a:pt x="0" y="36"/>
                    </a:lnTo>
                    <a:lnTo>
                      <a:pt x="0" y="0"/>
                    </a:lnTo>
                    <a:lnTo>
                      <a:pt x="94" y="0"/>
                    </a:lnTo>
                    <a:lnTo>
                      <a:pt x="94" y="36"/>
                    </a:lnTo>
                    <a:close/>
                    <a:moveTo>
                      <a:pt x="10" y="26"/>
                    </a:moveTo>
                    <a:lnTo>
                      <a:pt x="83" y="26"/>
                    </a:lnTo>
                    <a:lnTo>
                      <a:pt x="83" y="10"/>
                    </a:lnTo>
                    <a:lnTo>
                      <a:pt x="10" y="10"/>
                    </a:lnTo>
                    <a:lnTo>
                      <a:pt x="10" y="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68" name="Freeform 265"/>
              <p:cNvSpPr/>
              <p:nvPr/>
            </p:nvSpPr>
            <p:spPr bwMode="auto">
              <a:xfrm>
                <a:off x="5714206" y="1684338"/>
                <a:ext cx="17463" cy="57150"/>
              </a:xfrm>
              <a:custGeom>
                <a:avLst/>
                <a:gdLst>
                  <a:gd name="T0" fmla="*/ 4 w 8"/>
                  <a:gd name="T1" fmla="*/ 28 h 28"/>
                  <a:gd name="T2" fmla="*/ 0 w 8"/>
                  <a:gd name="T3" fmla="*/ 24 h 28"/>
                  <a:gd name="T4" fmla="*/ 0 w 8"/>
                  <a:gd name="T5" fmla="*/ 4 h 28"/>
                  <a:gd name="T6" fmla="*/ 4 w 8"/>
                  <a:gd name="T7" fmla="*/ 0 h 28"/>
                  <a:gd name="T8" fmla="*/ 8 w 8"/>
                  <a:gd name="T9" fmla="*/ 4 h 28"/>
                  <a:gd name="T10" fmla="*/ 8 w 8"/>
                  <a:gd name="T11" fmla="*/ 24 h 28"/>
                  <a:gd name="T12" fmla="*/ 4 w 8"/>
                  <a:gd name="T13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28">
                    <a:moveTo>
                      <a:pt x="4" y="28"/>
                    </a:moveTo>
                    <a:cubicBezTo>
                      <a:pt x="2" y="28"/>
                      <a:pt x="0" y="26"/>
                      <a:pt x="0" y="2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8" y="2"/>
                      <a:pt x="8" y="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8" y="26"/>
                      <a:pt x="6" y="28"/>
                      <a:pt x="4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69" name="Freeform 266"/>
              <p:cNvSpPr/>
              <p:nvPr/>
            </p:nvSpPr>
            <p:spPr bwMode="auto">
              <a:xfrm>
                <a:off x="5523706" y="1908175"/>
                <a:ext cx="58738" cy="15875"/>
              </a:xfrm>
              <a:custGeom>
                <a:avLst/>
                <a:gdLst>
                  <a:gd name="T0" fmla="*/ 24 w 28"/>
                  <a:gd name="T1" fmla="*/ 8 h 8"/>
                  <a:gd name="T2" fmla="*/ 4 w 28"/>
                  <a:gd name="T3" fmla="*/ 8 h 8"/>
                  <a:gd name="T4" fmla="*/ 0 w 28"/>
                  <a:gd name="T5" fmla="*/ 4 h 8"/>
                  <a:gd name="T6" fmla="*/ 4 w 28"/>
                  <a:gd name="T7" fmla="*/ 0 h 8"/>
                  <a:gd name="T8" fmla="*/ 24 w 28"/>
                  <a:gd name="T9" fmla="*/ 0 h 8"/>
                  <a:gd name="T10" fmla="*/ 28 w 28"/>
                  <a:gd name="T11" fmla="*/ 4 h 8"/>
                  <a:gd name="T12" fmla="*/ 24 w 28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8">
                    <a:moveTo>
                      <a:pt x="24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6" y="0"/>
                      <a:pt x="28" y="2"/>
                      <a:pt x="28" y="4"/>
                    </a:cubicBezTo>
                    <a:cubicBezTo>
                      <a:pt x="28" y="6"/>
                      <a:pt x="26" y="8"/>
                      <a:pt x="2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70" name="Freeform 267"/>
              <p:cNvSpPr/>
              <p:nvPr/>
            </p:nvSpPr>
            <p:spPr bwMode="auto">
              <a:xfrm>
                <a:off x="5523706" y="1941513"/>
                <a:ext cx="58738" cy="15875"/>
              </a:xfrm>
              <a:custGeom>
                <a:avLst/>
                <a:gdLst>
                  <a:gd name="T0" fmla="*/ 24 w 28"/>
                  <a:gd name="T1" fmla="*/ 8 h 8"/>
                  <a:gd name="T2" fmla="*/ 4 w 28"/>
                  <a:gd name="T3" fmla="*/ 8 h 8"/>
                  <a:gd name="T4" fmla="*/ 0 w 28"/>
                  <a:gd name="T5" fmla="*/ 4 h 8"/>
                  <a:gd name="T6" fmla="*/ 4 w 28"/>
                  <a:gd name="T7" fmla="*/ 0 h 8"/>
                  <a:gd name="T8" fmla="*/ 24 w 28"/>
                  <a:gd name="T9" fmla="*/ 0 h 8"/>
                  <a:gd name="T10" fmla="*/ 28 w 28"/>
                  <a:gd name="T11" fmla="*/ 4 h 8"/>
                  <a:gd name="T12" fmla="*/ 24 w 28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8">
                    <a:moveTo>
                      <a:pt x="24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6" y="0"/>
                      <a:pt x="28" y="2"/>
                      <a:pt x="28" y="4"/>
                    </a:cubicBezTo>
                    <a:cubicBezTo>
                      <a:pt x="28" y="6"/>
                      <a:pt x="26" y="8"/>
                      <a:pt x="2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71" name="Freeform 268"/>
              <p:cNvSpPr/>
              <p:nvPr/>
            </p:nvSpPr>
            <p:spPr bwMode="auto">
              <a:xfrm>
                <a:off x="5523706" y="1974850"/>
                <a:ext cx="58738" cy="15875"/>
              </a:xfrm>
              <a:custGeom>
                <a:avLst/>
                <a:gdLst>
                  <a:gd name="T0" fmla="*/ 24 w 28"/>
                  <a:gd name="T1" fmla="*/ 8 h 8"/>
                  <a:gd name="T2" fmla="*/ 4 w 28"/>
                  <a:gd name="T3" fmla="*/ 8 h 8"/>
                  <a:gd name="T4" fmla="*/ 0 w 28"/>
                  <a:gd name="T5" fmla="*/ 4 h 8"/>
                  <a:gd name="T6" fmla="*/ 4 w 28"/>
                  <a:gd name="T7" fmla="*/ 0 h 8"/>
                  <a:gd name="T8" fmla="*/ 24 w 28"/>
                  <a:gd name="T9" fmla="*/ 0 h 8"/>
                  <a:gd name="T10" fmla="*/ 28 w 28"/>
                  <a:gd name="T11" fmla="*/ 4 h 8"/>
                  <a:gd name="T12" fmla="*/ 24 w 28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8">
                    <a:moveTo>
                      <a:pt x="24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6" y="0"/>
                      <a:pt x="28" y="2"/>
                      <a:pt x="28" y="4"/>
                    </a:cubicBezTo>
                    <a:cubicBezTo>
                      <a:pt x="28" y="6"/>
                      <a:pt x="26" y="8"/>
                      <a:pt x="2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72" name="Freeform 269"/>
              <p:cNvSpPr/>
              <p:nvPr/>
            </p:nvSpPr>
            <p:spPr bwMode="auto">
              <a:xfrm>
                <a:off x="5523706" y="2006600"/>
                <a:ext cx="58738" cy="17463"/>
              </a:xfrm>
              <a:custGeom>
                <a:avLst/>
                <a:gdLst>
                  <a:gd name="T0" fmla="*/ 24 w 28"/>
                  <a:gd name="T1" fmla="*/ 8 h 8"/>
                  <a:gd name="T2" fmla="*/ 4 w 28"/>
                  <a:gd name="T3" fmla="*/ 8 h 8"/>
                  <a:gd name="T4" fmla="*/ 0 w 28"/>
                  <a:gd name="T5" fmla="*/ 4 h 8"/>
                  <a:gd name="T6" fmla="*/ 4 w 28"/>
                  <a:gd name="T7" fmla="*/ 0 h 8"/>
                  <a:gd name="T8" fmla="*/ 24 w 28"/>
                  <a:gd name="T9" fmla="*/ 0 h 8"/>
                  <a:gd name="T10" fmla="*/ 28 w 28"/>
                  <a:gd name="T11" fmla="*/ 4 h 8"/>
                  <a:gd name="T12" fmla="*/ 24 w 28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8">
                    <a:moveTo>
                      <a:pt x="24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6" y="0"/>
                      <a:pt x="28" y="2"/>
                      <a:pt x="28" y="4"/>
                    </a:cubicBezTo>
                    <a:cubicBezTo>
                      <a:pt x="28" y="6"/>
                      <a:pt x="26" y="8"/>
                      <a:pt x="2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73" name="Freeform 270"/>
              <p:cNvSpPr/>
              <p:nvPr/>
            </p:nvSpPr>
            <p:spPr bwMode="auto">
              <a:xfrm>
                <a:off x="5523706" y="2039938"/>
                <a:ext cx="58738" cy="17463"/>
              </a:xfrm>
              <a:custGeom>
                <a:avLst/>
                <a:gdLst>
                  <a:gd name="T0" fmla="*/ 24 w 28"/>
                  <a:gd name="T1" fmla="*/ 8 h 8"/>
                  <a:gd name="T2" fmla="*/ 4 w 28"/>
                  <a:gd name="T3" fmla="*/ 8 h 8"/>
                  <a:gd name="T4" fmla="*/ 0 w 28"/>
                  <a:gd name="T5" fmla="*/ 4 h 8"/>
                  <a:gd name="T6" fmla="*/ 4 w 28"/>
                  <a:gd name="T7" fmla="*/ 0 h 8"/>
                  <a:gd name="T8" fmla="*/ 24 w 28"/>
                  <a:gd name="T9" fmla="*/ 0 h 8"/>
                  <a:gd name="T10" fmla="*/ 28 w 28"/>
                  <a:gd name="T11" fmla="*/ 4 h 8"/>
                  <a:gd name="T12" fmla="*/ 24 w 28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8">
                    <a:moveTo>
                      <a:pt x="24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6" y="0"/>
                      <a:pt x="28" y="2"/>
                      <a:pt x="28" y="4"/>
                    </a:cubicBezTo>
                    <a:cubicBezTo>
                      <a:pt x="28" y="6"/>
                      <a:pt x="26" y="8"/>
                      <a:pt x="2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74" name="Freeform 271"/>
              <p:cNvSpPr/>
              <p:nvPr/>
            </p:nvSpPr>
            <p:spPr bwMode="auto">
              <a:xfrm>
                <a:off x="5523706" y="2073275"/>
                <a:ext cx="58738" cy="17463"/>
              </a:xfrm>
              <a:custGeom>
                <a:avLst/>
                <a:gdLst>
                  <a:gd name="T0" fmla="*/ 24 w 28"/>
                  <a:gd name="T1" fmla="*/ 8 h 8"/>
                  <a:gd name="T2" fmla="*/ 4 w 28"/>
                  <a:gd name="T3" fmla="*/ 8 h 8"/>
                  <a:gd name="T4" fmla="*/ 0 w 28"/>
                  <a:gd name="T5" fmla="*/ 4 h 8"/>
                  <a:gd name="T6" fmla="*/ 4 w 28"/>
                  <a:gd name="T7" fmla="*/ 0 h 8"/>
                  <a:gd name="T8" fmla="*/ 24 w 28"/>
                  <a:gd name="T9" fmla="*/ 0 h 8"/>
                  <a:gd name="T10" fmla="*/ 28 w 28"/>
                  <a:gd name="T11" fmla="*/ 4 h 8"/>
                  <a:gd name="T12" fmla="*/ 24 w 28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8">
                    <a:moveTo>
                      <a:pt x="24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6" y="0"/>
                      <a:pt x="28" y="2"/>
                      <a:pt x="28" y="4"/>
                    </a:cubicBezTo>
                    <a:cubicBezTo>
                      <a:pt x="28" y="6"/>
                      <a:pt x="26" y="8"/>
                      <a:pt x="2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75" name="Freeform 272"/>
              <p:cNvSpPr/>
              <p:nvPr/>
            </p:nvSpPr>
            <p:spPr bwMode="auto">
              <a:xfrm>
                <a:off x="5523706" y="2106613"/>
                <a:ext cx="58738" cy="17463"/>
              </a:xfrm>
              <a:custGeom>
                <a:avLst/>
                <a:gdLst>
                  <a:gd name="T0" fmla="*/ 24 w 28"/>
                  <a:gd name="T1" fmla="*/ 8 h 8"/>
                  <a:gd name="T2" fmla="*/ 4 w 28"/>
                  <a:gd name="T3" fmla="*/ 8 h 8"/>
                  <a:gd name="T4" fmla="*/ 0 w 28"/>
                  <a:gd name="T5" fmla="*/ 4 h 8"/>
                  <a:gd name="T6" fmla="*/ 4 w 28"/>
                  <a:gd name="T7" fmla="*/ 0 h 8"/>
                  <a:gd name="T8" fmla="*/ 24 w 28"/>
                  <a:gd name="T9" fmla="*/ 0 h 8"/>
                  <a:gd name="T10" fmla="*/ 28 w 28"/>
                  <a:gd name="T11" fmla="*/ 4 h 8"/>
                  <a:gd name="T12" fmla="*/ 24 w 28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8">
                    <a:moveTo>
                      <a:pt x="24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6" y="0"/>
                      <a:pt x="28" y="2"/>
                      <a:pt x="28" y="4"/>
                    </a:cubicBezTo>
                    <a:cubicBezTo>
                      <a:pt x="28" y="6"/>
                      <a:pt x="26" y="8"/>
                      <a:pt x="2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76" name="Freeform 273"/>
              <p:cNvSpPr/>
              <p:nvPr/>
            </p:nvSpPr>
            <p:spPr bwMode="auto">
              <a:xfrm>
                <a:off x="5523706" y="2139950"/>
                <a:ext cx="58738" cy="15875"/>
              </a:xfrm>
              <a:custGeom>
                <a:avLst/>
                <a:gdLst>
                  <a:gd name="T0" fmla="*/ 24 w 28"/>
                  <a:gd name="T1" fmla="*/ 8 h 8"/>
                  <a:gd name="T2" fmla="*/ 4 w 28"/>
                  <a:gd name="T3" fmla="*/ 8 h 8"/>
                  <a:gd name="T4" fmla="*/ 0 w 28"/>
                  <a:gd name="T5" fmla="*/ 4 h 8"/>
                  <a:gd name="T6" fmla="*/ 4 w 28"/>
                  <a:gd name="T7" fmla="*/ 0 h 8"/>
                  <a:gd name="T8" fmla="*/ 24 w 28"/>
                  <a:gd name="T9" fmla="*/ 0 h 8"/>
                  <a:gd name="T10" fmla="*/ 28 w 28"/>
                  <a:gd name="T11" fmla="*/ 4 h 8"/>
                  <a:gd name="T12" fmla="*/ 24 w 28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8">
                    <a:moveTo>
                      <a:pt x="24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6" y="0"/>
                      <a:pt x="28" y="2"/>
                      <a:pt x="28" y="4"/>
                    </a:cubicBezTo>
                    <a:cubicBezTo>
                      <a:pt x="28" y="6"/>
                      <a:pt x="26" y="8"/>
                      <a:pt x="2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77" name="Freeform 274"/>
              <p:cNvSpPr/>
              <p:nvPr/>
            </p:nvSpPr>
            <p:spPr bwMode="auto">
              <a:xfrm>
                <a:off x="5863431" y="1916113"/>
                <a:ext cx="17463" cy="231775"/>
              </a:xfrm>
              <a:custGeom>
                <a:avLst/>
                <a:gdLst>
                  <a:gd name="T0" fmla="*/ 4 w 8"/>
                  <a:gd name="T1" fmla="*/ 112 h 112"/>
                  <a:gd name="T2" fmla="*/ 0 w 8"/>
                  <a:gd name="T3" fmla="*/ 108 h 112"/>
                  <a:gd name="T4" fmla="*/ 0 w 8"/>
                  <a:gd name="T5" fmla="*/ 4 h 112"/>
                  <a:gd name="T6" fmla="*/ 4 w 8"/>
                  <a:gd name="T7" fmla="*/ 0 h 112"/>
                  <a:gd name="T8" fmla="*/ 8 w 8"/>
                  <a:gd name="T9" fmla="*/ 4 h 112"/>
                  <a:gd name="T10" fmla="*/ 8 w 8"/>
                  <a:gd name="T11" fmla="*/ 108 h 112"/>
                  <a:gd name="T12" fmla="*/ 4 w 8"/>
                  <a:gd name="T13" fmla="*/ 112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12">
                    <a:moveTo>
                      <a:pt x="4" y="112"/>
                    </a:moveTo>
                    <a:cubicBezTo>
                      <a:pt x="2" y="112"/>
                      <a:pt x="0" y="110"/>
                      <a:pt x="0" y="108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8" y="2"/>
                      <a:pt x="8" y="4"/>
                    </a:cubicBezTo>
                    <a:cubicBezTo>
                      <a:pt x="8" y="108"/>
                      <a:pt x="8" y="108"/>
                      <a:pt x="8" y="108"/>
                    </a:cubicBezTo>
                    <a:cubicBezTo>
                      <a:pt x="8" y="110"/>
                      <a:pt x="6" y="112"/>
                      <a:pt x="4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78" name="Freeform 275"/>
              <p:cNvSpPr/>
              <p:nvPr/>
            </p:nvSpPr>
            <p:spPr bwMode="auto">
              <a:xfrm>
                <a:off x="5906294" y="1916113"/>
                <a:ext cx="15875" cy="231775"/>
              </a:xfrm>
              <a:custGeom>
                <a:avLst/>
                <a:gdLst>
                  <a:gd name="T0" fmla="*/ 4 w 8"/>
                  <a:gd name="T1" fmla="*/ 112 h 112"/>
                  <a:gd name="T2" fmla="*/ 0 w 8"/>
                  <a:gd name="T3" fmla="*/ 108 h 112"/>
                  <a:gd name="T4" fmla="*/ 0 w 8"/>
                  <a:gd name="T5" fmla="*/ 4 h 112"/>
                  <a:gd name="T6" fmla="*/ 4 w 8"/>
                  <a:gd name="T7" fmla="*/ 0 h 112"/>
                  <a:gd name="T8" fmla="*/ 8 w 8"/>
                  <a:gd name="T9" fmla="*/ 4 h 112"/>
                  <a:gd name="T10" fmla="*/ 8 w 8"/>
                  <a:gd name="T11" fmla="*/ 108 h 112"/>
                  <a:gd name="T12" fmla="*/ 4 w 8"/>
                  <a:gd name="T13" fmla="*/ 112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12">
                    <a:moveTo>
                      <a:pt x="4" y="112"/>
                    </a:moveTo>
                    <a:cubicBezTo>
                      <a:pt x="2" y="112"/>
                      <a:pt x="0" y="110"/>
                      <a:pt x="0" y="108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8" y="2"/>
                      <a:pt x="8" y="4"/>
                    </a:cubicBezTo>
                    <a:cubicBezTo>
                      <a:pt x="8" y="108"/>
                      <a:pt x="8" y="108"/>
                      <a:pt x="8" y="108"/>
                    </a:cubicBezTo>
                    <a:cubicBezTo>
                      <a:pt x="8" y="110"/>
                      <a:pt x="6" y="112"/>
                      <a:pt x="4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79" name="Freeform 276"/>
              <p:cNvSpPr>
                <a:spLocks noEditPoints="1"/>
              </p:cNvSpPr>
              <p:nvPr/>
            </p:nvSpPr>
            <p:spPr bwMode="auto">
              <a:xfrm>
                <a:off x="5631656" y="1800225"/>
                <a:ext cx="74613" cy="74613"/>
              </a:xfrm>
              <a:custGeom>
                <a:avLst/>
                <a:gdLst>
                  <a:gd name="T0" fmla="*/ 47 w 47"/>
                  <a:gd name="T1" fmla="*/ 47 h 47"/>
                  <a:gd name="T2" fmla="*/ 0 w 47"/>
                  <a:gd name="T3" fmla="*/ 47 h 47"/>
                  <a:gd name="T4" fmla="*/ 0 w 47"/>
                  <a:gd name="T5" fmla="*/ 0 h 47"/>
                  <a:gd name="T6" fmla="*/ 47 w 47"/>
                  <a:gd name="T7" fmla="*/ 0 h 47"/>
                  <a:gd name="T8" fmla="*/ 47 w 47"/>
                  <a:gd name="T9" fmla="*/ 47 h 47"/>
                  <a:gd name="T10" fmla="*/ 11 w 47"/>
                  <a:gd name="T11" fmla="*/ 36 h 47"/>
                  <a:gd name="T12" fmla="*/ 37 w 47"/>
                  <a:gd name="T13" fmla="*/ 36 h 47"/>
                  <a:gd name="T14" fmla="*/ 37 w 47"/>
                  <a:gd name="T15" fmla="*/ 10 h 47"/>
                  <a:gd name="T16" fmla="*/ 11 w 47"/>
                  <a:gd name="T17" fmla="*/ 10 h 47"/>
                  <a:gd name="T18" fmla="*/ 11 w 47"/>
                  <a:gd name="T19" fmla="*/ 3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47">
                    <a:moveTo>
                      <a:pt x="47" y="47"/>
                    </a:moveTo>
                    <a:lnTo>
                      <a:pt x="0" y="47"/>
                    </a:lnTo>
                    <a:lnTo>
                      <a:pt x="0" y="0"/>
                    </a:lnTo>
                    <a:lnTo>
                      <a:pt x="47" y="0"/>
                    </a:lnTo>
                    <a:lnTo>
                      <a:pt x="47" y="47"/>
                    </a:lnTo>
                    <a:close/>
                    <a:moveTo>
                      <a:pt x="11" y="36"/>
                    </a:moveTo>
                    <a:lnTo>
                      <a:pt x="37" y="36"/>
                    </a:lnTo>
                    <a:lnTo>
                      <a:pt x="37" y="10"/>
                    </a:lnTo>
                    <a:lnTo>
                      <a:pt x="11" y="10"/>
                    </a:lnTo>
                    <a:lnTo>
                      <a:pt x="11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80" name="Freeform 277"/>
              <p:cNvSpPr>
                <a:spLocks noEditPoints="1"/>
              </p:cNvSpPr>
              <p:nvPr/>
            </p:nvSpPr>
            <p:spPr bwMode="auto">
              <a:xfrm>
                <a:off x="5739606" y="1800225"/>
                <a:ext cx="74613" cy="74613"/>
              </a:xfrm>
              <a:custGeom>
                <a:avLst/>
                <a:gdLst>
                  <a:gd name="T0" fmla="*/ 47 w 47"/>
                  <a:gd name="T1" fmla="*/ 47 h 47"/>
                  <a:gd name="T2" fmla="*/ 0 w 47"/>
                  <a:gd name="T3" fmla="*/ 47 h 47"/>
                  <a:gd name="T4" fmla="*/ 0 w 47"/>
                  <a:gd name="T5" fmla="*/ 0 h 47"/>
                  <a:gd name="T6" fmla="*/ 47 w 47"/>
                  <a:gd name="T7" fmla="*/ 0 h 47"/>
                  <a:gd name="T8" fmla="*/ 47 w 47"/>
                  <a:gd name="T9" fmla="*/ 47 h 47"/>
                  <a:gd name="T10" fmla="*/ 11 w 47"/>
                  <a:gd name="T11" fmla="*/ 36 h 47"/>
                  <a:gd name="T12" fmla="*/ 37 w 47"/>
                  <a:gd name="T13" fmla="*/ 36 h 47"/>
                  <a:gd name="T14" fmla="*/ 37 w 47"/>
                  <a:gd name="T15" fmla="*/ 10 h 47"/>
                  <a:gd name="T16" fmla="*/ 11 w 47"/>
                  <a:gd name="T17" fmla="*/ 10 h 47"/>
                  <a:gd name="T18" fmla="*/ 11 w 47"/>
                  <a:gd name="T19" fmla="*/ 3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47">
                    <a:moveTo>
                      <a:pt x="47" y="47"/>
                    </a:moveTo>
                    <a:lnTo>
                      <a:pt x="0" y="47"/>
                    </a:lnTo>
                    <a:lnTo>
                      <a:pt x="0" y="0"/>
                    </a:lnTo>
                    <a:lnTo>
                      <a:pt x="47" y="0"/>
                    </a:lnTo>
                    <a:lnTo>
                      <a:pt x="47" y="47"/>
                    </a:lnTo>
                    <a:close/>
                    <a:moveTo>
                      <a:pt x="11" y="36"/>
                    </a:moveTo>
                    <a:lnTo>
                      <a:pt x="37" y="36"/>
                    </a:lnTo>
                    <a:lnTo>
                      <a:pt x="37" y="10"/>
                    </a:lnTo>
                    <a:lnTo>
                      <a:pt x="11" y="10"/>
                    </a:lnTo>
                    <a:lnTo>
                      <a:pt x="11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81" name="Freeform 278"/>
              <p:cNvSpPr>
                <a:spLocks noEditPoints="1"/>
              </p:cNvSpPr>
              <p:nvPr/>
            </p:nvSpPr>
            <p:spPr bwMode="auto">
              <a:xfrm>
                <a:off x="5631656" y="1890713"/>
                <a:ext cx="74613" cy="74613"/>
              </a:xfrm>
              <a:custGeom>
                <a:avLst/>
                <a:gdLst>
                  <a:gd name="T0" fmla="*/ 47 w 47"/>
                  <a:gd name="T1" fmla="*/ 47 h 47"/>
                  <a:gd name="T2" fmla="*/ 0 w 47"/>
                  <a:gd name="T3" fmla="*/ 47 h 47"/>
                  <a:gd name="T4" fmla="*/ 0 w 47"/>
                  <a:gd name="T5" fmla="*/ 0 h 47"/>
                  <a:gd name="T6" fmla="*/ 47 w 47"/>
                  <a:gd name="T7" fmla="*/ 0 h 47"/>
                  <a:gd name="T8" fmla="*/ 47 w 47"/>
                  <a:gd name="T9" fmla="*/ 47 h 47"/>
                  <a:gd name="T10" fmla="*/ 11 w 47"/>
                  <a:gd name="T11" fmla="*/ 37 h 47"/>
                  <a:gd name="T12" fmla="*/ 37 w 47"/>
                  <a:gd name="T13" fmla="*/ 37 h 47"/>
                  <a:gd name="T14" fmla="*/ 37 w 47"/>
                  <a:gd name="T15" fmla="*/ 11 h 47"/>
                  <a:gd name="T16" fmla="*/ 11 w 47"/>
                  <a:gd name="T17" fmla="*/ 11 h 47"/>
                  <a:gd name="T18" fmla="*/ 11 w 47"/>
                  <a:gd name="T19" fmla="*/ 3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47">
                    <a:moveTo>
                      <a:pt x="47" y="47"/>
                    </a:moveTo>
                    <a:lnTo>
                      <a:pt x="0" y="47"/>
                    </a:lnTo>
                    <a:lnTo>
                      <a:pt x="0" y="0"/>
                    </a:lnTo>
                    <a:lnTo>
                      <a:pt x="47" y="0"/>
                    </a:lnTo>
                    <a:lnTo>
                      <a:pt x="47" y="47"/>
                    </a:lnTo>
                    <a:close/>
                    <a:moveTo>
                      <a:pt x="11" y="37"/>
                    </a:moveTo>
                    <a:lnTo>
                      <a:pt x="37" y="37"/>
                    </a:lnTo>
                    <a:lnTo>
                      <a:pt x="37" y="11"/>
                    </a:lnTo>
                    <a:lnTo>
                      <a:pt x="11" y="11"/>
                    </a:lnTo>
                    <a:lnTo>
                      <a:pt x="11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82" name="Freeform 279"/>
              <p:cNvSpPr>
                <a:spLocks noEditPoints="1"/>
              </p:cNvSpPr>
              <p:nvPr/>
            </p:nvSpPr>
            <p:spPr bwMode="auto">
              <a:xfrm>
                <a:off x="5739606" y="1890713"/>
                <a:ext cx="74613" cy="74613"/>
              </a:xfrm>
              <a:custGeom>
                <a:avLst/>
                <a:gdLst>
                  <a:gd name="T0" fmla="*/ 47 w 47"/>
                  <a:gd name="T1" fmla="*/ 47 h 47"/>
                  <a:gd name="T2" fmla="*/ 0 w 47"/>
                  <a:gd name="T3" fmla="*/ 47 h 47"/>
                  <a:gd name="T4" fmla="*/ 0 w 47"/>
                  <a:gd name="T5" fmla="*/ 0 h 47"/>
                  <a:gd name="T6" fmla="*/ 47 w 47"/>
                  <a:gd name="T7" fmla="*/ 0 h 47"/>
                  <a:gd name="T8" fmla="*/ 47 w 47"/>
                  <a:gd name="T9" fmla="*/ 47 h 47"/>
                  <a:gd name="T10" fmla="*/ 11 w 47"/>
                  <a:gd name="T11" fmla="*/ 37 h 47"/>
                  <a:gd name="T12" fmla="*/ 37 w 47"/>
                  <a:gd name="T13" fmla="*/ 37 h 47"/>
                  <a:gd name="T14" fmla="*/ 37 w 47"/>
                  <a:gd name="T15" fmla="*/ 11 h 47"/>
                  <a:gd name="T16" fmla="*/ 11 w 47"/>
                  <a:gd name="T17" fmla="*/ 11 h 47"/>
                  <a:gd name="T18" fmla="*/ 11 w 47"/>
                  <a:gd name="T19" fmla="*/ 3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47">
                    <a:moveTo>
                      <a:pt x="47" y="47"/>
                    </a:moveTo>
                    <a:lnTo>
                      <a:pt x="0" y="47"/>
                    </a:lnTo>
                    <a:lnTo>
                      <a:pt x="0" y="0"/>
                    </a:lnTo>
                    <a:lnTo>
                      <a:pt x="47" y="0"/>
                    </a:lnTo>
                    <a:lnTo>
                      <a:pt x="47" y="47"/>
                    </a:lnTo>
                    <a:close/>
                    <a:moveTo>
                      <a:pt x="11" y="37"/>
                    </a:moveTo>
                    <a:lnTo>
                      <a:pt x="37" y="37"/>
                    </a:lnTo>
                    <a:lnTo>
                      <a:pt x="37" y="11"/>
                    </a:lnTo>
                    <a:lnTo>
                      <a:pt x="11" y="11"/>
                    </a:lnTo>
                    <a:lnTo>
                      <a:pt x="11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83" name="Freeform 280"/>
              <p:cNvSpPr>
                <a:spLocks noEditPoints="1"/>
              </p:cNvSpPr>
              <p:nvPr/>
            </p:nvSpPr>
            <p:spPr bwMode="auto">
              <a:xfrm>
                <a:off x="5631656" y="1982788"/>
                <a:ext cx="74613" cy="74613"/>
              </a:xfrm>
              <a:custGeom>
                <a:avLst/>
                <a:gdLst>
                  <a:gd name="T0" fmla="*/ 47 w 47"/>
                  <a:gd name="T1" fmla="*/ 47 h 47"/>
                  <a:gd name="T2" fmla="*/ 0 w 47"/>
                  <a:gd name="T3" fmla="*/ 47 h 47"/>
                  <a:gd name="T4" fmla="*/ 0 w 47"/>
                  <a:gd name="T5" fmla="*/ 0 h 47"/>
                  <a:gd name="T6" fmla="*/ 47 w 47"/>
                  <a:gd name="T7" fmla="*/ 0 h 47"/>
                  <a:gd name="T8" fmla="*/ 47 w 47"/>
                  <a:gd name="T9" fmla="*/ 47 h 47"/>
                  <a:gd name="T10" fmla="*/ 11 w 47"/>
                  <a:gd name="T11" fmla="*/ 36 h 47"/>
                  <a:gd name="T12" fmla="*/ 37 w 47"/>
                  <a:gd name="T13" fmla="*/ 36 h 47"/>
                  <a:gd name="T14" fmla="*/ 37 w 47"/>
                  <a:gd name="T15" fmla="*/ 10 h 47"/>
                  <a:gd name="T16" fmla="*/ 11 w 47"/>
                  <a:gd name="T17" fmla="*/ 10 h 47"/>
                  <a:gd name="T18" fmla="*/ 11 w 47"/>
                  <a:gd name="T19" fmla="*/ 3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47">
                    <a:moveTo>
                      <a:pt x="47" y="47"/>
                    </a:moveTo>
                    <a:lnTo>
                      <a:pt x="0" y="47"/>
                    </a:lnTo>
                    <a:lnTo>
                      <a:pt x="0" y="0"/>
                    </a:lnTo>
                    <a:lnTo>
                      <a:pt x="47" y="0"/>
                    </a:lnTo>
                    <a:lnTo>
                      <a:pt x="47" y="47"/>
                    </a:lnTo>
                    <a:close/>
                    <a:moveTo>
                      <a:pt x="11" y="36"/>
                    </a:moveTo>
                    <a:lnTo>
                      <a:pt x="37" y="36"/>
                    </a:lnTo>
                    <a:lnTo>
                      <a:pt x="37" y="10"/>
                    </a:lnTo>
                    <a:lnTo>
                      <a:pt x="11" y="10"/>
                    </a:lnTo>
                    <a:lnTo>
                      <a:pt x="11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84" name="Freeform 281"/>
              <p:cNvSpPr>
                <a:spLocks noEditPoints="1"/>
              </p:cNvSpPr>
              <p:nvPr/>
            </p:nvSpPr>
            <p:spPr bwMode="auto">
              <a:xfrm>
                <a:off x="5739606" y="1982788"/>
                <a:ext cx="74613" cy="74613"/>
              </a:xfrm>
              <a:custGeom>
                <a:avLst/>
                <a:gdLst>
                  <a:gd name="T0" fmla="*/ 47 w 47"/>
                  <a:gd name="T1" fmla="*/ 47 h 47"/>
                  <a:gd name="T2" fmla="*/ 0 w 47"/>
                  <a:gd name="T3" fmla="*/ 47 h 47"/>
                  <a:gd name="T4" fmla="*/ 0 w 47"/>
                  <a:gd name="T5" fmla="*/ 0 h 47"/>
                  <a:gd name="T6" fmla="*/ 47 w 47"/>
                  <a:gd name="T7" fmla="*/ 0 h 47"/>
                  <a:gd name="T8" fmla="*/ 47 w 47"/>
                  <a:gd name="T9" fmla="*/ 47 h 47"/>
                  <a:gd name="T10" fmla="*/ 11 w 47"/>
                  <a:gd name="T11" fmla="*/ 36 h 47"/>
                  <a:gd name="T12" fmla="*/ 37 w 47"/>
                  <a:gd name="T13" fmla="*/ 36 h 47"/>
                  <a:gd name="T14" fmla="*/ 37 w 47"/>
                  <a:gd name="T15" fmla="*/ 10 h 47"/>
                  <a:gd name="T16" fmla="*/ 11 w 47"/>
                  <a:gd name="T17" fmla="*/ 10 h 47"/>
                  <a:gd name="T18" fmla="*/ 11 w 47"/>
                  <a:gd name="T19" fmla="*/ 3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47">
                    <a:moveTo>
                      <a:pt x="47" y="47"/>
                    </a:moveTo>
                    <a:lnTo>
                      <a:pt x="0" y="47"/>
                    </a:lnTo>
                    <a:lnTo>
                      <a:pt x="0" y="0"/>
                    </a:lnTo>
                    <a:lnTo>
                      <a:pt x="47" y="0"/>
                    </a:lnTo>
                    <a:lnTo>
                      <a:pt x="47" y="47"/>
                    </a:lnTo>
                    <a:close/>
                    <a:moveTo>
                      <a:pt x="11" y="36"/>
                    </a:moveTo>
                    <a:lnTo>
                      <a:pt x="37" y="36"/>
                    </a:lnTo>
                    <a:lnTo>
                      <a:pt x="37" y="10"/>
                    </a:lnTo>
                    <a:lnTo>
                      <a:pt x="11" y="10"/>
                    </a:lnTo>
                    <a:lnTo>
                      <a:pt x="11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85" name="Freeform 282"/>
              <p:cNvSpPr>
                <a:spLocks noEditPoints="1"/>
              </p:cNvSpPr>
              <p:nvPr/>
            </p:nvSpPr>
            <p:spPr bwMode="auto">
              <a:xfrm>
                <a:off x="5631656" y="2073275"/>
                <a:ext cx="74613" cy="74613"/>
              </a:xfrm>
              <a:custGeom>
                <a:avLst/>
                <a:gdLst>
                  <a:gd name="T0" fmla="*/ 47 w 47"/>
                  <a:gd name="T1" fmla="*/ 47 h 47"/>
                  <a:gd name="T2" fmla="*/ 0 w 47"/>
                  <a:gd name="T3" fmla="*/ 47 h 47"/>
                  <a:gd name="T4" fmla="*/ 0 w 47"/>
                  <a:gd name="T5" fmla="*/ 0 h 47"/>
                  <a:gd name="T6" fmla="*/ 47 w 47"/>
                  <a:gd name="T7" fmla="*/ 0 h 47"/>
                  <a:gd name="T8" fmla="*/ 47 w 47"/>
                  <a:gd name="T9" fmla="*/ 47 h 47"/>
                  <a:gd name="T10" fmla="*/ 11 w 47"/>
                  <a:gd name="T11" fmla="*/ 37 h 47"/>
                  <a:gd name="T12" fmla="*/ 37 w 47"/>
                  <a:gd name="T13" fmla="*/ 37 h 47"/>
                  <a:gd name="T14" fmla="*/ 37 w 47"/>
                  <a:gd name="T15" fmla="*/ 11 h 47"/>
                  <a:gd name="T16" fmla="*/ 11 w 47"/>
                  <a:gd name="T17" fmla="*/ 11 h 47"/>
                  <a:gd name="T18" fmla="*/ 11 w 47"/>
                  <a:gd name="T19" fmla="*/ 3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47">
                    <a:moveTo>
                      <a:pt x="47" y="47"/>
                    </a:moveTo>
                    <a:lnTo>
                      <a:pt x="0" y="47"/>
                    </a:lnTo>
                    <a:lnTo>
                      <a:pt x="0" y="0"/>
                    </a:lnTo>
                    <a:lnTo>
                      <a:pt x="47" y="0"/>
                    </a:lnTo>
                    <a:lnTo>
                      <a:pt x="47" y="47"/>
                    </a:lnTo>
                    <a:close/>
                    <a:moveTo>
                      <a:pt x="11" y="37"/>
                    </a:moveTo>
                    <a:lnTo>
                      <a:pt x="37" y="37"/>
                    </a:lnTo>
                    <a:lnTo>
                      <a:pt x="37" y="11"/>
                    </a:lnTo>
                    <a:lnTo>
                      <a:pt x="11" y="11"/>
                    </a:lnTo>
                    <a:lnTo>
                      <a:pt x="11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86" name="Freeform 283"/>
              <p:cNvSpPr>
                <a:spLocks noEditPoints="1"/>
              </p:cNvSpPr>
              <p:nvPr/>
            </p:nvSpPr>
            <p:spPr bwMode="auto">
              <a:xfrm>
                <a:off x="5739606" y="2073275"/>
                <a:ext cx="74613" cy="74613"/>
              </a:xfrm>
              <a:custGeom>
                <a:avLst/>
                <a:gdLst>
                  <a:gd name="T0" fmla="*/ 47 w 47"/>
                  <a:gd name="T1" fmla="*/ 47 h 47"/>
                  <a:gd name="T2" fmla="*/ 0 w 47"/>
                  <a:gd name="T3" fmla="*/ 47 h 47"/>
                  <a:gd name="T4" fmla="*/ 0 w 47"/>
                  <a:gd name="T5" fmla="*/ 0 h 47"/>
                  <a:gd name="T6" fmla="*/ 47 w 47"/>
                  <a:gd name="T7" fmla="*/ 0 h 47"/>
                  <a:gd name="T8" fmla="*/ 47 w 47"/>
                  <a:gd name="T9" fmla="*/ 47 h 47"/>
                  <a:gd name="T10" fmla="*/ 11 w 47"/>
                  <a:gd name="T11" fmla="*/ 37 h 47"/>
                  <a:gd name="T12" fmla="*/ 37 w 47"/>
                  <a:gd name="T13" fmla="*/ 37 h 47"/>
                  <a:gd name="T14" fmla="*/ 37 w 47"/>
                  <a:gd name="T15" fmla="*/ 11 h 47"/>
                  <a:gd name="T16" fmla="*/ 11 w 47"/>
                  <a:gd name="T17" fmla="*/ 11 h 47"/>
                  <a:gd name="T18" fmla="*/ 11 w 47"/>
                  <a:gd name="T19" fmla="*/ 3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47">
                    <a:moveTo>
                      <a:pt x="47" y="47"/>
                    </a:moveTo>
                    <a:lnTo>
                      <a:pt x="0" y="47"/>
                    </a:lnTo>
                    <a:lnTo>
                      <a:pt x="0" y="0"/>
                    </a:lnTo>
                    <a:lnTo>
                      <a:pt x="47" y="0"/>
                    </a:lnTo>
                    <a:lnTo>
                      <a:pt x="47" y="47"/>
                    </a:lnTo>
                    <a:close/>
                    <a:moveTo>
                      <a:pt x="11" y="37"/>
                    </a:moveTo>
                    <a:lnTo>
                      <a:pt x="37" y="37"/>
                    </a:lnTo>
                    <a:lnTo>
                      <a:pt x="37" y="11"/>
                    </a:lnTo>
                    <a:lnTo>
                      <a:pt x="11" y="11"/>
                    </a:lnTo>
                    <a:lnTo>
                      <a:pt x="11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07" tIns="45703" rIns="91407" bIns="45703" numCol="1" anchor="t" anchorCtr="0" compatLnSpc="1"/>
              <a:lstStyle/>
              <a:p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4433696" y="3462884"/>
            <a:ext cx="936285" cy="936285"/>
            <a:chOff x="4433094" y="3462896"/>
            <a:chExt cx="936624" cy="936624"/>
          </a:xfrm>
        </p:grpSpPr>
        <p:sp>
          <p:nvSpPr>
            <p:cNvPr id="49" name="Oval 48"/>
            <p:cNvSpPr/>
            <p:nvPr/>
          </p:nvSpPr>
          <p:spPr>
            <a:xfrm>
              <a:off x="4433094" y="3462896"/>
              <a:ext cx="936624" cy="9366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27000" dir="8100000" sx="95000" sy="95000" algn="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87" name="Freeform 18"/>
            <p:cNvSpPr>
              <a:spLocks noEditPoints="1"/>
            </p:cNvSpPr>
            <p:nvPr/>
          </p:nvSpPr>
          <p:spPr bwMode="auto">
            <a:xfrm>
              <a:off x="4668371" y="3755958"/>
              <a:ext cx="466070" cy="350500"/>
            </a:xfrm>
            <a:custGeom>
              <a:avLst/>
              <a:gdLst>
                <a:gd name="T0" fmla="*/ 192 w 208"/>
                <a:gd name="T1" fmla="*/ 24 h 156"/>
                <a:gd name="T2" fmla="*/ 138 w 208"/>
                <a:gd name="T3" fmla="*/ 24 h 156"/>
                <a:gd name="T4" fmla="*/ 124 w 208"/>
                <a:gd name="T5" fmla="*/ 0 h 156"/>
                <a:gd name="T6" fmla="*/ 80 w 208"/>
                <a:gd name="T7" fmla="*/ 0 h 156"/>
                <a:gd name="T8" fmla="*/ 66 w 208"/>
                <a:gd name="T9" fmla="*/ 24 h 156"/>
                <a:gd name="T10" fmla="*/ 16 w 208"/>
                <a:gd name="T11" fmla="*/ 24 h 156"/>
                <a:gd name="T12" fmla="*/ 0 w 208"/>
                <a:gd name="T13" fmla="*/ 40 h 156"/>
                <a:gd name="T14" fmla="*/ 0 w 208"/>
                <a:gd name="T15" fmla="*/ 140 h 156"/>
                <a:gd name="T16" fmla="*/ 16 w 208"/>
                <a:gd name="T17" fmla="*/ 156 h 156"/>
                <a:gd name="T18" fmla="*/ 192 w 208"/>
                <a:gd name="T19" fmla="*/ 156 h 156"/>
                <a:gd name="T20" fmla="*/ 208 w 208"/>
                <a:gd name="T21" fmla="*/ 140 h 156"/>
                <a:gd name="T22" fmla="*/ 208 w 208"/>
                <a:gd name="T23" fmla="*/ 40 h 156"/>
                <a:gd name="T24" fmla="*/ 192 w 208"/>
                <a:gd name="T25" fmla="*/ 24 h 156"/>
                <a:gd name="T26" fmla="*/ 200 w 208"/>
                <a:gd name="T27" fmla="*/ 140 h 156"/>
                <a:gd name="T28" fmla="*/ 192 w 208"/>
                <a:gd name="T29" fmla="*/ 148 h 156"/>
                <a:gd name="T30" fmla="*/ 16 w 208"/>
                <a:gd name="T31" fmla="*/ 148 h 156"/>
                <a:gd name="T32" fmla="*/ 8 w 208"/>
                <a:gd name="T33" fmla="*/ 140 h 156"/>
                <a:gd name="T34" fmla="*/ 8 w 208"/>
                <a:gd name="T35" fmla="*/ 40 h 156"/>
                <a:gd name="T36" fmla="*/ 16 w 208"/>
                <a:gd name="T37" fmla="*/ 32 h 156"/>
                <a:gd name="T38" fmla="*/ 71 w 208"/>
                <a:gd name="T39" fmla="*/ 32 h 156"/>
                <a:gd name="T40" fmla="*/ 73 w 208"/>
                <a:gd name="T41" fmla="*/ 28 h 156"/>
                <a:gd name="T42" fmla="*/ 85 w 208"/>
                <a:gd name="T43" fmla="*/ 8 h 156"/>
                <a:gd name="T44" fmla="*/ 120 w 208"/>
                <a:gd name="T45" fmla="*/ 8 h 156"/>
                <a:gd name="T46" fmla="*/ 131 w 208"/>
                <a:gd name="T47" fmla="*/ 28 h 156"/>
                <a:gd name="T48" fmla="*/ 133 w 208"/>
                <a:gd name="T49" fmla="*/ 32 h 156"/>
                <a:gd name="T50" fmla="*/ 192 w 208"/>
                <a:gd name="T51" fmla="*/ 32 h 156"/>
                <a:gd name="T52" fmla="*/ 200 w 208"/>
                <a:gd name="T53" fmla="*/ 40 h 156"/>
                <a:gd name="T54" fmla="*/ 200 w 208"/>
                <a:gd name="T55" fmla="*/ 140 h 156"/>
                <a:gd name="T56" fmla="*/ 20 w 208"/>
                <a:gd name="T57" fmla="*/ 20 h 156"/>
                <a:gd name="T58" fmla="*/ 52 w 208"/>
                <a:gd name="T59" fmla="*/ 20 h 156"/>
                <a:gd name="T60" fmla="*/ 56 w 208"/>
                <a:gd name="T61" fmla="*/ 16 h 156"/>
                <a:gd name="T62" fmla="*/ 52 w 208"/>
                <a:gd name="T63" fmla="*/ 12 h 156"/>
                <a:gd name="T64" fmla="*/ 20 w 208"/>
                <a:gd name="T65" fmla="*/ 12 h 156"/>
                <a:gd name="T66" fmla="*/ 16 w 208"/>
                <a:gd name="T67" fmla="*/ 16 h 156"/>
                <a:gd name="T68" fmla="*/ 20 w 208"/>
                <a:gd name="T69" fmla="*/ 20 h 156"/>
                <a:gd name="T70" fmla="*/ 172 w 208"/>
                <a:gd name="T71" fmla="*/ 47 h 156"/>
                <a:gd name="T72" fmla="*/ 161 w 208"/>
                <a:gd name="T73" fmla="*/ 59 h 156"/>
                <a:gd name="T74" fmla="*/ 172 w 208"/>
                <a:gd name="T75" fmla="*/ 71 h 156"/>
                <a:gd name="T76" fmla="*/ 184 w 208"/>
                <a:gd name="T77" fmla="*/ 59 h 156"/>
                <a:gd name="T78" fmla="*/ 172 w 208"/>
                <a:gd name="T79" fmla="*/ 47 h 156"/>
                <a:gd name="T80" fmla="*/ 172 w 208"/>
                <a:gd name="T81" fmla="*/ 63 h 156"/>
                <a:gd name="T82" fmla="*/ 169 w 208"/>
                <a:gd name="T83" fmla="*/ 59 h 156"/>
                <a:gd name="T84" fmla="*/ 172 w 208"/>
                <a:gd name="T85" fmla="*/ 55 h 156"/>
                <a:gd name="T86" fmla="*/ 176 w 208"/>
                <a:gd name="T87" fmla="*/ 59 h 156"/>
                <a:gd name="T88" fmla="*/ 172 w 208"/>
                <a:gd name="T89" fmla="*/ 63 h 156"/>
                <a:gd name="T90" fmla="*/ 99 w 208"/>
                <a:gd name="T91" fmla="*/ 39 h 156"/>
                <a:gd name="T92" fmla="*/ 48 w 208"/>
                <a:gd name="T93" fmla="*/ 89 h 156"/>
                <a:gd name="T94" fmla="*/ 99 w 208"/>
                <a:gd name="T95" fmla="*/ 140 h 156"/>
                <a:gd name="T96" fmla="*/ 150 w 208"/>
                <a:gd name="T97" fmla="*/ 89 h 156"/>
                <a:gd name="T98" fmla="*/ 99 w 208"/>
                <a:gd name="T99" fmla="*/ 39 h 156"/>
                <a:gd name="T100" fmla="*/ 99 w 208"/>
                <a:gd name="T101" fmla="*/ 132 h 156"/>
                <a:gd name="T102" fmla="*/ 56 w 208"/>
                <a:gd name="T103" fmla="*/ 89 h 156"/>
                <a:gd name="T104" fmla="*/ 99 w 208"/>
                <a:gd name="T105" fmla="*/ 47 h 156"/>
                <a:gd name="T106" fmla="*/ 142 w 208"/>
                <a:gd name="T107" fmla="*/ 89 h 156"/>
                <a:gd name="T108" fmla="*/ 99 w 208"/>
                <a:gd name="T109" fmla="*/ 13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156">
                  <a:moveTo>
                    <a:pt x="192" y="24"/>
                  </a:moveTo>
                  <a:cubicBezTo>
                    <a:pt x="138" y="24"/>
                    <a:pt x="138" y="24"/>
                    <a:pt x="138" y="24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7" y="24"/>
                    <a:pt x="0" y="31"/>
                    <a:pt x="0" y="40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49"/>
                    <a:pt x="7" y="156"/>
                    <a:pt x="16" y="156"/>
                  </a:cubicBezTo>
                  <a:cubicBezTo>
                    <a:pt x="192" y="156"/>
                    <a:pt x="192" y="156"/>
                    <a:pt x="192" y="156"/>
                  </a:cubicBezTo>
                  <a:cubicBezTo>
                    <a:pt x="201" y="156"/>
                    <a:pt x="208" y="149"/>
                    <a:pt x="208" y="140"/>
                  </a:cubicBezTo>
                  <a:cubicBezTo>
                    <a:pt x="208" y="40"/>
                    <a:pt x="208" y="40"/>
                    <a:pt x="208" y="40"/>
                  </a:cubicBezTo>
                  <a:cubicBezTo>
                    <a:pt x="208" y="31"/>
                    <a:pt x="201" y="24"/>
                    <a:pt x="192" y="24"/>
                  </a:cubicBezTo>
                  <a:close/>
                  <a:moveTo>
                    <a:pt x="200" y="140"/>
                  </a:moveTo>
                  <a:cubicBezTo>
                    <a:pt x="200" y="144"/>
                    <a:pt x="196" y="148"/>
                    <a:pt x="192" y="148"/>
                  </a:cubicBezTo>
                  <a:cubicBezTo>
                    <a:pt x="16" y="148"/>
                    <a:pt x="16" y="148"/>
                    <a:pt x="16" y="148"/>
                  </a:cubicBezTo>
                  <a:cubicBezTo>
                    <a:pt x="12" y="148"/>
                    <a:pt x="8" y="144"/>
                    <a:pt x="8" y="1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36"/>
                    <a:pt x="12" y="32"/>
                    <a:pt x="16" y="32"/>
                  </a:cubicBezTo>
                  <a:cubicBezTo>
                    <a:pt x="71" y="32"/>
                    <a:pt x="71" y="32"/>
                    <a:pt x="71" y="32"/>
                  </a:cubicBezTo>
                  <a:cubicBezTo>
                    <a:pt x="73" y="28"/>
                    <a:pt x="73" y="28"/>
                    <a:pt x="73" y="2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120" y="8"/>
                    <a:pt x="120" y="8"/>
                    <a:pt x="120" y="8"/>
                  </a:cubicBezTo>
                  <a:cubicBezTo>
                    <a:pt x="131" y="28"/>
                    <a:pt x="131" y="28"/>
                    <a:pt x="131" y="28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92" y="32"/>
                    <a:pt x="192" y="32"/>
                    <a:pt x="192" y="32"/>
                  </a:cubicBezTo>
                  <a:cubicBezTo>
                    <a:pt x="196" y="32"/>
                    <a:pt x="200" y="36"/>
                    <a:pt x="200" y="40"/>
                  </a:cubicBezTo>
                  <a:lnTo>
                    <a:pt x="200" y="140"/>
                  </a:lnTo>
                  <a:close/>
                  <a:moveTo>
                    <a:pt x="20" y="20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4" y="20"/>
                    <a:pt x="56" y="18"/>
                    <a:pt x="56" y="16"/>
                  </a:cubicBezTo>
                  <a:cubicBezTo>
                    <a:pt x="56" y="14"/>
                    <a:pt x="54" y="12"/>
                    <a:pt x="52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8" y="12"/>
                    <a:pt x="16" y="14"/>
                    <a:pt x="16" y="16"/>
                  </a:cubicBezTo>
                  <a:cubicBezTo>
                    <a:pt x="16" y="18"/>
                    <a:pt x="18" y="20"/>
                    <a:pt x="20" y="20"/>
                  </a:cubicBezTo>
                  <a:close/>
                  <a:moveTo>
                    <a:pt x="172" y="47"/>
                  </a:moveTo>
                  <a:cubicBezTo>
                    <a:pt x="166" y="47"/>
                    <a:pt x="161" y="53"/>
                    <a:pt x="161" y="59"/>
                  </a:cubicBezTo>
                  <a:cubicBezTo>
                    <a:pt x="161" y="65"/>
                    <a:pt x="166" y="71"/>
                    <a:pt x="172" y="71"/>
                  </a:cubicBezTo>
                  <a:cubicBezTo>
                    <a:pt x="179" y="71"/>
                    <a:pt x="184" y="65"/>
                    <a:pt x="184" y="59"/>
                  </a:cubicBezTo>
                  <a:cubicBezTo>
                    <a:pt x="184" y="53"/>
                    <a:pt x="179" y="47"/>
                    <a:pt x="172" y="47"/>
                  </a:cubicBezTo>
                  <a:close/>
                  <a:moveTo>
                    <a:pt x="172" y="63"/>
                  </a:moveTo>
                  <a:cubicBezTo>
                    <a:pt x="170" y="63"/>
                    <a:pt x="169" y="61"/>
                    <a:pt x="169" y="59"/>
                  </a:cubicBezTo>
                  <a:cubicBezTo>
                    <a:pt x="169" y="57"/>
                    <a:pt x="170" y="55"/>
                    <a:pt x="172" y="55"/>
                  </a:cubicBezTo>
                  <a:cubicBezTo>
                    <a:pt x="174" y="55"/>
                    <a:pt x="176" y="57"/>
                    <a:pt x="176" y="59"/>
                  </a:cubicBezTo>
                  <a:cubicBezTo>
                    <a:pt x="176" y="61"/>
                    <a:pt x="174" y="63"/>
                    <a:pt x="172" y="63"/>
                  </a:cubicBezTo>
                  <a:close/>
                  <a:moveTo>
                    <a:pt x="99" y="39"/>
                  </a:moveTo>
                  <a:cubicBezTo>
                    <a:pt x="71" y="39"/>
                    <a:pt x="48" y="61"/>
                    <a:pt x="48" y="89"/>
                  </a:cubicBezTo>
                  <a:cubicBezTo>
                    <a:pt x="48" y="117"/>
                    <a:pt x="71" y="140"/>
                    <a:pt x="99" y="140"/>
                  </a:cubicBezTo>
                  <a:cubicBezTo>
                    <a:pt x="127" y="140"/>
                    <a:pt x="150" y="117"/>
                    <a:pt x="150" y="89"/>
                  </a:cubicBezTo>
                  <a:cubicBezTo>
                    <a:pt x="150" y="61"/>
                    <a:pt x="127" y="39"/>
                    <a:pt x="99" y="39"/>
                  </a:cubicBezTo>
                  <a:close/>
                  <a:moveTo>
                    <a:pt x="99" y="132"/>
                  </a:moveTo>
                  <a:cubicBezTo>
                    <a:pt x="75" y="132"/>
                    <a:pt x="56" y="113"/>
                    <a:pt x="56" y="89"/>
                  </a:cubicBezTo>
                  <a:cubicBezTo>
                    <a:pt x="56" y="66"/>
                    <a:pt x="75" y="47"/>
                    <a:pt x="99" y="47"/>
                  </a:cubicBezTo>
                  <a:cubicBezTo>
                    <a:pt x="123" y="47"/>
                    <a:pt x="142" y="66"/>
                    <a:pt x="142" y="89"/>
                  </a:cubicBezTo>
                  <a:cubicBezTo>
                    <a:pt x="142" y="113"/>
                    <a:pt x="123" y="132"/>
                    <a:pt x="99" y="13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799802" y="3462884"/>
            <a:ext cx="936285" cy="936285"/>
            <a:chOff x="6800057" y="3462896"/>
            <a:chExt cx="936624" cy="936624"/>
          </a:xfrm>
        </p:grpSpPr>
        <p:sp>
          <p:nvSpPr>
            <p:cNvPr id="53" name="Oval 52"/>
            <p:cNvSpPr/>
            <p:nvPr/>
          </p:nvSpPr>
          <p:spPr>
            <a:xfrm>
              <a:off x="6800057" y="3462896"/>
              <a:ext cx="936624" cy="93662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127000" dir="8100000" sx="95000" sy="95000" algn="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88" name="Freeform 22"/>
            <p:cNvSpPr>
              <a:spLocks noEditPoints="1"/>
            </p:cNvSpPr>
            <p:nvPr/>
          </p:nvSpPr>
          <p:spPr bwMode="auto">
            <a:xfrm>
              <a:off x="7113550" y="3675650"/>
              <a:ext cx="309639" cy="511117"/>
            </a:xfrm>
            <a:custGeom>
              <a:avLst/>
              <a:gdLst>
                <a:gd name="T0" fmla="*/ 104 w 124"/>
                <a:gd name="T1" fmla="*/ 0 h 204"/>
                <a:gd name="T2" fmla="*/ 20 w 124"/>
                <a:gd name="T3" fmla="*/ 0 h 204"/>
                <a:gd name="T4" fmla="*/ 0 w 124"/>
                <a:gd name="T5" fmla="*/ 20 h 204"/>
                <a:gd name="T6" fmla="*/ 0 w 124"/>
                <a:gd name="T7" fmla="*/ 184 h 204"/>
                <a:gd name="T8" fmla="*/ 20 w 124"/>
                <a:gd name="T9" fmla="*/ 204 h 204"/>
                <a:gd name="T10" fmla="*/ 104 w 124"/>
                <a:gd name="T11" fmla="*/ 204 h 204"/>
                <a:gd name="T12" fmla="*/ 124 w 124"/>
                <a:gd name="T13" fmla="*/ 184 h 204"/>
                <a:gd name="T14" fmla="*/ 124 w 124"/>
                <a:gd name="T15" fmla="*/ 20 h 204"/>
                <a:gd name="T16" fmla="*/ 104 w 124"/>
                <a:gd name="T17" fmla="*/ 0 h 204"/>
                <a:gd name="T18" fmla="*/ 116 w 124"/>
                <a:gd name="T19" fmla="*/ 184 h 204"/>
                <a:gd name="T20" fmla="*/ 104 w 124"/>
                <a:gd name="T21" fmla="*/ 196 h 204"/>
                <a:gd name="T22" fmla="*/ 20 w 124"/>
                <a:gd name="T23" fmla="*/ 196 h 204"/>
                <a:gd name="T24" fmla="*/ 8 w 124"/>
                <a:gd name="T25" fmla="*/ 184 h 204"/>
                <a:gd name="T26" fmla="*/ 8 w 124"/>
                <a:gd name="T27" fmla="*/ 20 h 204"/>
                <a:gd name="T28" fmla="*/ 20 w 124"/>
                <a:gd name="T29" fmla="*/ 8 h 204"/>
                <a:gd name="T30" fmla="*/ 104 w 124"/>
                <a:gd name="T31" fmla="*/ 8 h 204"/>
                <a:gd name="T32" fmla="*/ 116 w 124"/>
                <a:gd name="T33" fmla="*/ 20 h 204"/>
                <a:gd name="T34" fmla="*/ 116 w 124"/>
                <a:gd name="T35" fmla="*/ 184 h 204"/>
                <a:gd name="T36" fmla="*/ 51 w 124"/>
                <a:gd name="T37" fmla="*/ 20 h 204"/>
                <a:gd name="T38" fmla="*/ 47 w 124"/>
                <a:gd name="T39" fmla="*/ 16 h 204"/>
                <a:gd name="T40" fmla="*/ 43 w 124"/>
                <a:gd name="T41" fmla="*/ 20 h 204"/>
                <a:gd name="T42" fmla="*/ 47 w 124"/>
                <a:gd name="T43" fmla="*/ 24 h 204"/>
                <a:gd name="T44" fmla="*/ 51 w 124"/>
                <a:gd name="T45" fmla="*/ 20 h 204"/>
                <a:gd name="T46" fmla="*/ 80 w 124"/>
                <a:gd name="T47" fmla="*/ 16 h 204"/>
                <a:gd name="T48" fmla="*/ 60 w 124"/>
                <a:gd name="T49" fmla="*/ 16 h 204"/>
                <a:gd name="T50" fmla="*/ 56 w 124"/>
                <a:gd name="T51" fmla="*/ 20 h 204"/>
                <a:gd name="T52" fmla="*/ 60 w 124"/>
                <a:gd name="T53" fmla="*/ 24 h 204"/>
                <a:gd name="T54" fmla="*/ 80 w 124"/>
                <a:gd name="T55" fmla="*/ 24 h 204"/>
                <a:gd name="T56" fmla="*/ 84 w 124"/>
                <a:gd name="T57" fmla="*/ 20 h 204"/>
                <a:gd name="T58" fmla="*/ 80 w 124"/>
                <a:gd name="T59" fmla="*/ 16 h 204"/>
                <a:gd name="T60" fmla="*/ 62 w 124"/>
                <a:gd name="T61" fmla="*/ 164 h 204"/>
                <a:gd name="T62" fmla="*/ 62 w 124"/>
                <a:gd name="T63" fmla="*/ 164 h 204"/>
                <a:gd name="T64" fmla="*/ 48 w 124"/>
                <a:gd name="T65" fmla="*/ 178 h 204"/>
                <a:gd name="T66" fmla="*/ 48 w 124"/>
                <a:gd name="T67" fmla="*/ 178 h 204"/>
                <a:gd name="T68" fmla="*/ 62 w 124"/>
                <a:gd name="T69" fmla="*/ 192 h 204"/>
                <a:gd name="T70" fmla="*/ 62 w 124"/>
                <a:gd name="T71" fmla="*/ 192 h 204"/>
                <a:gd name="T72" fmla="*/ 76 w 124"/>
                <a:gd name="T73" fmla="*/ 178 h 204"/>
                <a:gd name="T74" fmla="*/ 76 w 124"/>
                <a:gd name="T75" fmla="*/ 178 h 204"/>
                <a:gd name="T76" fmla="*/ 62 w 124"/>
                <a:gd name="T77" fmla="*/ 164 h 204"/>
                <a:gd name="T78" fmla="*/ 68 w 124"/>
                <a:gd name="T79" fmla="*/ 178 h 204"/>
                <a:gd name="T80" fmla="*/ 62 w 124"/>
                <a:gd name="T81" fmla="*/ 184 h 204"/>
                <a:gd name="T82" fmla="*/ 62 w 124"/>
                <a:gd name="T83" fmla="*/ 184 h 204"/>
                <a:gd name="T84" fmla="*/ 56 w 124"/>
                <a:gd name="T85" fmla="*/ 178 h 204"/>
                <a:gd name="T86" fmla="*/ 56 w 124"/>
                <a:gd name="T87" fmla="*/ 178 h 204"/>
                <a:gd name="T88" fmla="*/ 62 w 124"/>
                <a:gd name="T89" fmla="*/ 172 h 204"/>
                <a:gd name="T90" fmla="*/ 62 w 124"/>
                <a:gd name="T91" fmla="*/ 172 h 204"/>
                <a:gd name="T92" fmla="*/ 68 w 124"/>
                <a:gd name="T93" fmla="*/ 178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4" h="204">
                  <a:moveTo>
                    <a:pt x="104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0" y="195"/>
                    <a:pt x="9" y="204"/>
                    <a:pt x="20" y="204"/>
                  </a:cubicBezTo>
                  <a:cubicBezTo>
                    <a:pt x="104" y="204"/>
                    <a:pt x="104" y="204"/>
                    <a:pt x="104" y="204"/>
                  </a:cubicBezTo>
                  <a:cubicBezTo>
                    <a:pt x="115" y="204"/>
                    <a:pt x="124" y="195"/>
                    <a:pt x="124" y="184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9"/>
                    <a:pt x="115" y="0"/>
                    <a:pt x="104" y="0"/>
                  </a:cubicBezTo>
                  <a:close/>
                  <a:moveTo>
                    <a:pt x="116" y="184"/>
                  </a:moveTo>
                  <a:cubicBezTo>
                    <a:pt x="116" y="191"/>
                    <a:pt x="111" y="196"/>
                    <a:pt x="104" y="196"/>
                  </a:cubicBezTo>
                  <a:cubicBezTo>
                    <a:pt x="20" y="196"/>
                    <a:pt x="20" y="196"/>
                    <a:pt x="20" y="196"/>
                  </a:cubicBezTo>
                  <a:cubicBezTo>
                    <a:pt x="13" y="196"/>
                    <a:pt x="8" y="191"/>
                    <a:pt x="8" y="184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13"/>
                    <a:pt x="13" y="8"/>
                    <a:pt x="20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11" y="8"/>
                    <a:pt x="116" y="13"/>
                    <a:pt x="116" y="20"/>
                  </a:cubicBezTo>
                  <a:lnTo>
                    <a:pt x="116" y="184"/>
                  </a:lnTo>
                  <a:close/>
                  <a:moveTo>
                    <a:pt x="51" y="20"/>
                  </a:moveTo>
                  <a:cubicBezTo>
                    <a:pt x="51" y="18"/>
                    <a:pt x="49" y="16"/>
                    <a:pt x="47" y="16"/>
                  </a:cubicBezTo>
                  <a:cubicBezTo>
                    <a:pt x="44" y="16"/>
                    <a:pt x="43" y="18"/>
                    <a:pt x="43" y="20"/>
                  </a:cubicBezTo>
                  <a:cubicBezTo>
                    <a:pt x="43" y="22"/>
                    <a:pt x="44" y="24"/>
                    <a:pt x="47" y="24"/>
                  </a:cubicBezTo>
                  <a:cubicBezTo>
                    <a:pt x="49" y="24"/>
                    <a:pt x="51" y="22"/>
                    <a:pt x="51" y="20"/>
                  </a:cubicBezTo>
                  <a:close/>
                  <a:moveTo>
                    <a:pt x="80" y="16"/>
                  </a:moveTo>
                  <a:cubicBezTo>
                    <a:pt x="60" y="16"/>
                    <a:pt x="60" y="16"/>
                    <a:pt x="60" y="16"/>
                  </a:cubicBezTo>
                  <a:cubicBezTo>
                    <a:pt x="58" y="16"/>
                    <a:pt x="56" y="18"/>
                    <a:pt x="56" y="20"/>
                  </a:cubicBezTo>
                  <a:cubicBezTo>
                    <a:pt x="56" y="22"/>
                    <a:pt x="58" y="24"/>
                    <a:pt x="60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2" y="24"/>
                    <a:pt x="84" y="22"/>
                    <a:pt x="84" y="20"/>
                  </a:cubicBezTo>
                  <a:cubicBezTo>
                    <a:pt x="84" y="18"/>
                    <a:pt x="82" y="16"/>
                    <a:pt x="80" y="16"/>
                  </a:cubicBezTo>
                  <a:close/>
                  <a:moveTo>
                    <a:pt x="62" y="164"/>
                  </a:moveTo>
                  <a:cubicBezTo>
                    <a:pt x="62" y="164"/>
                    <a:pt x="62" y="164"/>
                    <a:pt x="62" y="164"/>
                  </a:cubicBezTo>
                  <a:cubicBezTo>
                    <a:pt x="54" y="164"/>
                    <a:pt x="48" y="170"/>
                    <a:pt x="48" y="178"/>
                  </a:cubicBezTo>
                  <a:cubicBezTo>
                    <a:pt x="48" y="178"/>
                    <a:pt x="48" y="178"/>
                    <a:pt x="48" y="178"/>
                  </a:cubicBezTo>
                  <a:cubicBezTo>
                    <a:pt x="48" y="186"/>
                    <a:pt x="54" y="192"/>
                    <a:pt x="62" y="192"/>
                  </a:cubicBezTo>
                  <a:cubicBezTo>
                    <a:pt x="62" y="192"/>
                    <a:pt x="62" y="192"/>
                    <a:pt x="62" y="192"/>
                  </a:cubicBezTo>
                  <a:cubicBezTo>
                    <a:pt x="70" y="192"/>
                    <a:pt x="76" y="186"/>
                    <a:pt x="76" y="178"/>
                  </a:cubicBezTo>
                  <a:cubicBezTo>
                    <a:pt x="76" y="178"/>
                    <a:pt x="76" y="178"/>
                    <a:pt x="76" y="178"/>
                  </a:cubicBezTo>
                  <a:cubicBezTo>
                    <a:pt x="76" y="170"/>
                    <a:pt x="70" y="164"/>
                    <a:pt x="62" y="164"/>
                  </a:cubicBezTo>
                  <a:close/>
                  <a:moveTo>
                    <a:pt x="68" y="178"/>
                  </a:moveTo>
                  <a:cubicBezTo>
                    <a:pt x="68" y="181"/>
                    <a:pt x="65" y="184"/>
                    <a:pt x="62" y="184"/>
                  </a:cubicBezTo>
                  <a:cubicBezTo>
                    <a:pt x="62" y="184"/>
                    <a:pt x="62" y="184"/>
                    <a:pt x="62" y="184"/>
                  </a:cubicBezTo>
                  <a:cubicBezTo>
                    <a:pt x="59" y="184"/>
                    <a:pt x="56" y="181"/>
                    <a:pt x="56" y="178"/>
                  </a:cubicBezTo>
                  <a:cubicBezTo>
                    <a:pt x="56" y="178"/>
                    <a:pt x="56" y="178"/>
                    <a:pt x="56" y="178"/>
                  </a:cubicBezTo>
                  <a:cubicBezTo>
                    <a:pt x="56" y="175"/>
                    <a:pt x="59" y="172"/>
                    <a:pt x="62" y="172"/>
                  </a:cubicBezTo>
                  <a:cubicBezTo>
                    <a:pt x="62" y="172"/>
                    <a:pt x="62" y="172"/>
                    <a:pt x="62" y="172"/>
                  </a:cubicBezTo>
                  <a:cubicBezTo>
                    <a:pt x="65" y="172"/>
                    <a:pt x="68" y="175"/>
                    <a:pt x="68" y="17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2915802" y="643171"/>
            <a:ext cx="6360398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gradFill>
                  <a:gsLst>
                    <a:gs pos="0">
                      <a:srgbClr val="EAB1C4"/>
                    </a:gs>
                    <a:gs pos="99000">
                      <a:srgbClr val="2BFFFF"/>
                    </a:gs>
                  </a:gsLst>
                  <a:lin ang="27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项 目 进 展</a:t>
            </a:r>
            <a:endParaRPr lang="id-ID" altLang="zh-CN" sz="4000" b="1" dirty="0">
              <a:gradFill>
                <a:gsLst>
                  <a:gs pos="0">
                    <a:srgbClr val="EAB1C4"/>
                  </a:gs>
                  <a:gs pos="99000">
                    <a:srgbClr val="2BFFFF"/>
                  </a:gs>
                </a:gsLst>
                <a:lin ang="27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cxnSp>
        <p:nvCxnSpPr>
          <p:cNvPr id="94" name="Straight Connector 93"/>
          <p:cNvCxnSpPr/>
          <p:nvPr/>
        </p:nvCxnSpPr>
        <p:spPr>
          <a:xfrm>
            <a:off x="5791311" y="655566"/>
            <a:ext cx="60938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7">
            <a:extLst>
              <a:ext uri="{FF2B5EF4-FFF2-40B4-BE49-F238E27FC236}">
                <a16:creationId xmlns:a16="http://schemas.microsoft.com/office/drawing/2014/main" id="{8DFA5F08-6D96-BBB8-9373-7DD5B453955F}"/>
              </a:ext>
            </a:extLst>
          </p:cNvPr>
          <p:cNvSpPr txBox="1"/>
          <p:nvPr/>
        </p:nvSpPr>
        <p:spPr>
          <a:xfrm>
            <a:off x="4785376" y="1265045"/>
            <a:ext cx="2621250" cy="276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Project progress</a:t>
            </a:r>
            <a:endParaRPr lang="id-ID" sz="12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ur="75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ur="75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dur="75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ur="75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ur="75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ur="75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ur="75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ur="75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ur="75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dur="75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dur="75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ur="75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51" grpId="0"/>
      <p:bldP spid="52" grpId="0"/>
      <p:bldP spid="55" grpId="0"/>
      <p:bldP spid="56" grpId="0"/>
      <p:bldP spid="59" grpId="0"/>
      <p:bldP spid="60" grpId="0"/>
      <p:bldP spid="92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4000" contrast="9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4077953" y="1972675"/>
            <a:ext cx="4031601" cy="3923791"/>
            <a:chOff x="4077223" y="2133599"/>
            <a:chExt cx="4033059" cy="3925210"/>
          </a:xfrm>
        </p:grpSpPr>
        <p:sp>
          <p:nvSpPr>
            <p:cNvPr id="3" name="Oval 5"/>
            <p:cNvSpPr>
              <a:spLocks noChangeArrowheads="1"/>
            </p:cNvSpPr>
            <p:nvPr/>
          </p:nvSpPr>
          <p:spPr bwMode="auto">
            <a:xfrm>
              <a:off x="5208502" y="3213201"/>
              <a:ext cx="1761515" cy="17660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4" name="Freeform 6"/>
            <p:cNvSpPr/>
            <p:nvPr/>
          </p:nvSpPr>
          <p:spPr bwMode="auto">
            <a:xfrm>
              <a:off x="5867946" y="4096204"/>
              <a:ext cx="1787353" cy="1567163"/>
            </a:xfrm>
            <a:custGeom>
              <a:avLst/>
              <a:gdLst>
                <a:gd name="T0" fmla="*/ 415 w 673"/>
                <a:gd name="T1" fmla="*/ 0 h 589"/>
                <a:gd name="T2" fmla="*/ 514 w 673"/>
                <a:gd name="T3" fmla="*/ 0 h 589"/>
                <a:gd name="T4" fmla="*/ 516 w 673"/>
                <a:gd name="T5" fmla="*/ 9 h 589"/>
                <a:gd name="T6" fmla="*/ 502 w 673"/>
                <a:gd name="T7" fmla="*/ 45 h 589"/>
                <a:gd name="T8" fmla="*/ 537 w 673"/>
                <a:gd name="T9" fmla="*/ 80 h 589"/>
                <a:gd name="T10" fmla="*/ 572 w 673"/>
                <a:gd name="T11" fmla="*/ 45 h 589"/>
                <a:gd name="T12" fmla="*/ 558 w 673"/>
                <a:gd name="T13" fmla="*/ 9 h 589"/>
                <a:gd name="T14" fmla="*/ 560 w 673"/>
                <a:gd name="T15" fmla="*/ 0 h 589"/>
                <a:gd name="T16" fmla="*/ 673 w 673"/>
                <a:gd name="T17" fmla="*/ 0 h 589"/>
                <a:gd name="T18" fmla="*/ 528 w 673"/>
                <a:gd name="T19" fmla="*/ 387 h 589"/>
                <a:gd name="T20" fmla="*/ 534 w 673"/>
                <a:gd name="T21" fmla="*/ 399 h 589"/>
                <a:gd name="T22" fmla="*/ 570 w 673"/>
                <a:gd name="T23" fmla="*/ 415 h 589"/>
                <a:gd name="T24" fmla="*/ 570 w 673"/>
                <a:gd name="T25" fmla="*/ 464 h 589"/>
                <a:gd name="T26" fmla="*/ 521 w 673"/>
                <a:gd name="T27" fmla="*/ 464 h 589"/>
                <a:gd name="T28" fmla="*/ 505 w 673"/>
                <a:gd name="T29" fmla="*/ 429 h 589"/>
                <a:gd name="T30" fmla="*/ 494 w 673"/>
                <a:gd name="T31" fmla="*/ 423 h 589"/>
                <a:gd name="T32" fmla="*/ 84 w 673"/>
                <a:gd name="T33" fmla="*/ 589 h 589"/>
                <a:gd name="T34" fmla="*/ 84 w 673"/>
                <a:gd name="T35" fmla="*/ 480 h 589"/>
                <a:gd name="T36" fmla="*/ 71 w 673"/>
                <a:gd name="T37" fmla="*/ 475 h 589"/>
                <a:gd name="T38" fmla="*/ 35 w 673"/>
                <a:gd name="T39" fmla="*/ 489 h 589"/>
                <a:gd name="T40" fmla="*/ 0 w 673"/>
                <a:gd name="T41" fmla="*/ 455 h 589"/>
                <a:gd name="T42" fmla="*/ 35 w 673"/>
                <a:gd name="T43" fmla="*/ 420 h 589"/>
                <a:gd name="T44" fmla="*/ 71 w 673"/>
                <a:gd name="T45" fmla="*/ 434 h 589"/>
                <a:gd name="T46" fmla="*/ 84 w 673"/>
                <a:gd name="T47" fmla="*/ 430 h 589"/>
                <a:gd name="T48" fmla="*/ 84 w 673"/>
                <a:gd name="T49" fmla="*/ 332 h 589"/>
                <a:gd name="T50" fmla="*/ 309 w 673"/>
                <a:gd name="T51" fmla="*/ 243 h 589"/>
                <a:gd name="T52" fmla="*/ 304 w 673"/>
                <a:gd name="T53" fmla="*/ 234 h 589"/>
                <a:gd name="T54" fmla="*/ 268 w 673"/>
                <a:gd name="T55" fmla="*/ 219 h 589"/>
                <a:gd name="T56" fmla="*/ 268 w 673"/>
                <a:gd name="T57" fmla="*/ 169 h 589"/>
                <a:gd name="T58" fmla="*/ 318 w 673"/>
                <a:gd name="T59" fmla="*/ 169 h 589"/>
                <a:gd name="T60" fmla="*/ 333 w 673"/>
                <a:gd name="T61" fmla="*/ 205 h 589"/>
                <a:gd name="T62" fmla="*/ 341 w 673"/>
                <a:gd name="T63" fmla="*/ 210 h 589"/>
                <a:gd name="T64" fmla="*/ 415 w 673"/>
                <a:gd name="T65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73" h="589">
                  <a:moveTo>
                    <a:pt x="415" y="0"/>
                  </a:moveTo>
                  <a:cubicBezTo>
                    <a:pt x="514" y="0"/>
                    <a:pt x="514" y="0"/>
                    <a:pt x="514" y="0"/>
                  </a:cubicBezTo>
                  <a:cubicBezTo>
                    <a:pt x="516" y="3"/>
                    <a:pt x="516" y="5"/>
                    <a:pt x="516" y="9"/>
                  </a:cubicBezTo>
                  <a:cubicBezTo>
                    <a:pt x="516" y="20"/>
                    <a:pt x="502" y="26"/>
                    <a:pt x="502" y="45"/>
                  </a:cubicBezTo>
                  <a:cubicBezTo>
                    <a:pt x="502" y="64"/>
                    <a:pt x="518" y="80"/>
                    <a:pt x="537" y="80"/>
                  </a:cubicBezTo>
                  <a:cubicBezTo>
                    <a:pt x="556" y="80"/>
                    <a:pt x="572" y="64"/>
                    <a:pt x="572" y="45"/>
                  </a:cubicBezTo>
                  <a:cubicBezTo>
                    <a:pt x="572" y="25"/>
                    <a:pt x="558" y="22"/>
                    <a:pt x="558" y="9"/>
                  </a:cubicBezTo>
                  <a:cubicBezTo>
                    <a:pt x="558" y="5"/>
                    <a:pt x="558" y="3"/>
                    <a:pt x="560" y="0"/>
                  </a:cubicBezTo>
                  <a:cubicBezTo>
                    <a:pt x="673" y="0"/>
                    <a:pt x="673" y="0"/>
                    <a:pt x="673" y="0"/>
                  </a:cubicBezTo>
                  <a:cubicBezTo>
                    <a:pt x="673" y="148"/>
                    <a:pt x="619" y="283"/>
                    <a:pt x="528" y="387"/>
                  </a:cubicBezTo>
                  <a:cubicBezTo>
                    <a:pt x="529" y="391"/>
                    <a:pt x="531" y="396"/>
                    <a:pt x="534" y="399"/>
                  </a:cubicBezTo>
                  <a:cubicBezTo>
                    <a:pt x="542" y="407"/>
                    <a:pt x="557" y="402"/>
                    <a:pt x="570" y="415"/>
                  </a:cubicBezTo>
                  <a:cubicBezTo>
                    <a:pt x="583" y="429"/>
                    <a:pt x="583" y="451"/>
                    <a:pt x="570" y="464"/>
                  </a:cubicBezTo>
                  <a:cubicBezTo>
                    <a:pt x="556" y="478"/>
                    <a:pt x="534" y="478"/>
                    <a:pt x="521" y="464"/>
                  </a:cubicBezTo>
                  <a:cubicBezTo>
                    <a:pt x="506" y="450"/>
                    <a:pt x="515" y="438"/>
                    <a:pt x="505" y="429"/>
                  </a:cubicBezTo>
                  <a:cubicBezTo>
                    <a:pt x="502" y="426"/>
                    <a:pt x="498" y="424"/>
                    <a:pt x="494" y="423"/>
                  </a:cubicBezTo>
                  <a:cubicBezTo>
                    <a:pt x="388" y="526"/>
                    <a:pt x="243" y="589"/>
                    <a:pt x="84" y="589"/>
                  </a:cubicBezTo>
                  <a:cubicBezTo>
                    <a:pt x="84" y="480"/>
                    <a:pt x="84" y="480"/>
                    <a:pt x="84" y="480"/>
                  </a:cubicBezTo>
                  <a:cubicBezTo>
                    <a:pt x="80" y="477"/>
                    <a:pt x="76" y="475"/>
                    <a:pt x="71" y="475"/>
                  </a:cubicBezTo>
                  <a:cubicBezTo>
                    <a:pt x="60" y="475"/>
                    <a:pt x="53" y="489"/>
                    <a:pt x="35" y="489"/>
                  </a:cubicBezTo>
                  <a:cubicBezTo>
                    <a:pt x="16" y="489"/>
                    <a:pt x="0" y="474"/>
                    <a:pt x="0" y="455"/>
                  </a:cubicBezTo>
                  <a:cubicBezTo>
                    <a:pt x="0" y="435"/>
                    <a:pt x="16" y="420"/>
                    <a:pt x="35" y="420"/>
                  </a:cubicBezTo>
                  <a:cubicBezTo>
                    <a:pt x="55" y="420"/>
                    <a:pt x="57" y="434"/>
                    <a:pt x="71" y="434"/>
                  </a:cubicBezTo>
                  <a:cubicBezTo>
                    <a:pt x="76" y="434"/>
                    <a:pt x="80" y="432"/>
                    <a:pt x="84" y="430"/>
                  </a:cubicBezTo>
                  <a:cubicBezTo>
                    <a:pt x="84" y="332"/>
                    <a:pt x="84" y="332"/>
                    <a:pt x="84" y="332"/>
                  </a:cubicBezTo>
                  <a:cubicBezTo>
                    <a:pt x="171" y="332"/>
                    <a:pt x="250" y="298"/>
                    <a:pt x="309" y="243"/>
                  </a:cubicBezTo>
                  <a:cubicBezTo>
                    <a:pt x="308" y="240"/>
                    <a:pt x="307" y="237"/>
                    <a:pt x="304" y="234"/>
                  </a:cubicBezTo>
                  <a:cubicBezTo>
                    <a:pt x="296" y="226"/>
                    <a:pt x="281" y="231"/>
                    <a:pt x="268" y="219"/>
                  </a:cubicBezTo>
                  <a:cubicBezTo>
                    <a:pt x="255" y="205"/>
                    <a:pt x="255" y="183"/>
                    <a:pt x="268" y="169"/>
                  </a:cubicBezTo>
                  <a:cubicBezTo>
                    <a:pt x="282" y="156"/>
                    <a:pt x="304" y="156"/>
                    <a:pt x="318" y="169"/>
                  </a:cubicBezTo>
                  <a:cubicBezTo>
                    <a:pt x="332" y="184"/>
                    <a:pt x="323" y="195"/>
                    <a:pt x="333" y="205"/>
                  </a:cubicBezTo>
                  <a:cubicBezTo>
                    <a:pt x="335" y="207"/>
                    <a:pt x="338" y="209"/>
                    <a:pt x="341" y="210"/>
                  </a:cubicBezTo>
                  <a:cubicBezTo>
                    <a:pt x="387" y="152"/>
                    <a:pt x="415" y="79"/>
                    <a:pt x="415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1270000" dist="38100" dir="8100000" algn="tr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5" name="Freeform 7"/>
            <p:cNvSpPr/>
            <p:nvPr/>
          </p:nvSpPr>
          <p:spPr bwMode="auto">
            <a:xfrm>
              <a:off x="4523219" y="3878262"/>
              <a:ext cx="1567164" cy="1785106"/>
            </a:xfrm>
            <a:custGeom>
              <a:avLst/>
              <a:gdLst>
                <a:gd name="T0" fmla="*/ 590 w 590"/>
                <a:gd name="T1" fmla="*/ 414 h 671"/>
                <a:gd name="T2" fmla="*/ 590 w 590"/>
                <a:gd name="T3" fmla="*/ 512 h 671"/>
                <a:gd name="T4" fmla="*/ 577 w 590"/>
                <a:gd name="T5" fmla="*/ 516 h 671"/>
                <a:gd name="T6" fmla="*/ 541 w 590"/>
                <a:gd name="T7" fmla="*/ 502 h 671"/>
                <a:gd name="T8" fmla="*/ 506 w 590"/>
                <a:gd name="T9" fmla="*/ 537 h 671"/>
                <a:gd name="T10" fmla="*/ 541 w 590"/>
                <a:gd name="T11" fmla="*/ 571 h 671"/>
                <a:gd name="T12" fmla="*/ 577 w 590"/>
                <a:gd name="T13" fmla="*/ 557 h 671"/>
                <a:gd name="T14" fmla="*/ 590 w 590"/>
                <a:gd name="T15" fmla="*/ 562 h 671"/>
                <a:gd name="T16" fmla="*/ 590 w 590"/>
                <a:gd name="T17" fmla="*/ 671 h 671"/>
                <a:gd name="T18" fmla="*/ 180 w 590"/>
                <a:gd name="T19" fmla="*/ 506 h 671"/>
                <a:gd name="T20" fmla="*/ 172 w 590"/>
                <a:gd name="T21" fmla="*/ 511 h 671"/>
                <a:gd name="T22" fmla="*/ 156 w 590"/>
                <a:gd name="T23" fmla="*/ 546 h 671"/>
                <a:gd name="T24" fmla="*/ 107 w 590"/>
                <a:gd name="T25" fmla="*/ 546 h 671"/>
                <a:gd name="T26" fmla="*/ 107 w 590"/>
                <a:gd name="T27" fmla="*/ 497 h 671"/>
                <a:gd name="T28" fmla="*/ 142 w 590"/>
                <a:gd name="T29" fmla="*/ 481 h 671"/>
                <a:gd name="T30" fmla="*/ 148 w 590"/>
                <a:gd name="T31" fmla="*/ 472 h 671"/>
                <a:gd name="T32" fmla="*/ 0 w 590"/>
                <a:gd name="T33" fmla="*/ 82 h 671"/>
                <a:gd name="T34" fmla="*/ 109 w 590"/>
                <a:gd name="T35" fmla="*/ 82 h 671"/>
                <a:gd name="T36" fmla="*/ 113 w 590"/>
                <a:gd name="T37" fmla="*/ 71 h 671"/>
                <a:gd name="T38" fmla="*/ 99 w 590"/>
                <a:gd name="T39" fmla="*/ 35 h 671"/>
                <a:gd name="T40" fmla="*/ 133 w 590"/>
                <a:gd name="T41" fmla="*/ 0 h 671"/>
                <a:gd name="T42" fmla="*/ 168 w 590"/>
                <a:gd name="T43" fmla="*/ 35 h 671"/>
                <a:gd name="T44" fmla="*/ 154 w 590"/>
                <a:gd name="T45" fmla="*/ 71 h 671"/>
                <a:gd name="T46" fmla="*/ 157 w 590"/>
                <a:gd name="T47" fmla="*/ 82 h 671"/>
                <a:gd name="T48" fmla="*/ 258 w 590"/>
                <a:gd name="T49" fmla="*/ 82 h 671"/>
                <a:gd name="T50" fmla="*/ 333 w 590"/>
                <a:gd name="T51" fmla="*/ 292 h 671"/>
                <a:gd name="T52" fmla="*/ 340 w 590"/>
                <a:gd name="T53" fmla="*/ 287 h 671"/>
                <a:gd name="T54" fmla="*/ 356 w 590"/>
                <a:gd name="T55" fmla="*/ 251 h 671"/>
                <a:gd name="T56" fmla="*/ 405 w 590"/>
                <a:gd name="T57" fmla="*/ 251 h 671"/>
                <a:gd name="T58" fmla="*/ 405 w 590"/>
                <a:gd name="T59" fmla="*/ 301 h 671"/>
                <a:gd name="T60" fmla="*/ 369 w 590"/>
                <a:gd name="T61" fmla="*/ 316 h 671"/>
                <a:gd name="T62" fmla="*/ 364 w 590"/>
                <a:gd name="T63" fmla="*/ 325 h 671"/>
                <a:gd name="T64" fmla="*/ 590 w 590"/>
                <a:gd name="T65" fmla="*/ 414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0" h="671">
                  <a:moveTo>
                    <a:pt x="590" y="414"/>
                  </a:moveTo>
                  <a:cubicBezTo>
                    <a:pt x="590" y="512"/>
                    <a:pt x="590" y="512"/>
                    <a:pt x="590" y="512"/>
                  </a:cubicBezTo>
                  <a:cubicBezTo>
                    <a:pt x="586" y="514"/>
                    <a:pt x="582" y="516"/>
                    <a:pt x="577" y="516"/>
                  </a:cubicBezTo>
                  <a:cubicBezTo>
                    <a:pt x="563" y="516"/>
                    <a:pt x="561" y="502"/>
                    <a:pt x="541" y="502"/>
                  </a:cubicBezTo>
                  <a:cubicBezTo>
                    <a:pt x="522" y="502"/>
                    <a:pt x="506" y="517"/>
                    <a:pt x="506" y="537"/>
                  </a:cubicBezTo>
                  <a:cubicBezTo>
                    <a:pt x="506" y="556"/>
                    <a:pt x="522" y="571"/>
                    <a:pt x="541" y="571"/>
                  </a:cubicBezTo>
                  <a:cubicBezTo>
                    <a:pt x="559" y="571"/>
                    <a:pt x="566" y="557"/>
                    <a:pt x="577" y="557"/>
                  </a:cubicBezTo>
                  <a:cubicBezTo>
                    <a:pt x="582" y="557"/>
                    <a:pt x="586" y="559"/>
                    <a:pt x="590" y="562"/>
                  </a:cubicBezTo>
                  <a:cubicBezTo>
                    <a:pt x="590" y="671"/>
                    <a:pt x="590" y="671"/>
                    <a:pt x="590" y="671"/>
                  </a:cubicBezTo>
                  <a:cubicBezTo>
                    <a:pt x="430" y="671"/>
                    <a:pt x="286" y="608"/>
                    <a:pt x="180" y="506"/>
                  </a:cubicBezTo>
                  <a:cubicBezTo>
                    <a:pt x="177" y="507"/>
                    <a:pt x="174" y="508"/>
                    <a:pt x="172" y="511"/>
                  </a:cubicBezTo>
                  <a:cubicBezTo>
                    <a:pt x="162" y="520"/>
                    <a:pt x="170" y="532"/>
                    <a:pt x="156" y="546"/>
                  </a:cubicBezTo>
                  <a:cubicBezTo>
                    <a:pt x="142" y="560"/>
                    <a:pt x="120" y="560"/>
                    <a:pt x="107" y="546"/>
                  </a:cubicBezTo>
                  <a:cubicBezTo>
                    <a:pt x="93" y="533"/>
                    <a:pt x="93" y="511"/>
                    <a:pt x="107" y="497"/>
                  </a:cubicBezTo>
                  <a:cubicBezTo>
                    <a:pt x="120" y="484"/>
                    <a:pt x="134" y="489"/>
                    <a:pt x="142" y="481"/>
                  </a:cubicBezTo>
                  <a:cubicBezTo>
                    <a:pt x="145" y="479"/>
                    <a:pt x="147" y="475"/>
                    <a:pt x="148" y="472"/>
                  </a:cubicBezTo>
                  <a:cubicBezTo>
                    <a:pt x="56" y="368"/>
                    <a:pt x="0" y="231"/>
                    <a:pt x="0" y="82"/>
                  </a:cubicBezTo>
                  <a:cubicBezTo>
                    <a:pt x="109" y="82"/>
                    <a:pt x="109" y="82"/>
                    <a:pt x="109" y="82"/>
                  </a:cubicBezTo>
                  <a:cubicBezTo>
                    <a:pt x="111" y="79"/>
                    <a:pt x="113" y="75"/>
                    <a:pt x="113" y="71"/>
                  </a:cubicBezTo>
                  <a:cubicBezTo>
                    <a:pt x="113" y="60"/>
                    <a:pt x="99" y="53"/>
                    <a:pt x="99" y="35"/>
                  </a:cubicBezTo>
                  <a:cubicBezTo>
                    <a:pt x="99" y="16"/>
                    <a:pt x="114" y="0"/>
                    <a:pt x="133" y="0"/>
                  </a:cubicBezTo>
                  <a:cubicBezTo>
                    <a:pt x="153" y="0"/>
                    <a:pt x="168" y="16"/>
                    <a:pt x="168" y="35"/>
                  </a:cubicBezTo>
                  <a:cubicBezTo>
                    <a:pt x="168" y="55"/>
                    <a:pt x="154" y="57"/>
                    <a:pt x="154" y="71"/>
                  </a:cubicBezTo>
                  <a:cubicBezTo>
                    <a:pt x="154" y="75"/>
                    <a:pt x="155" y="79"/>
                    <a:pt x="157" y="82"/>
                  </a:cubicBezTo>
                  <a:cubicBezTo>
                    <a:pt x="258" y="82"/>
                    <a:pt x="258" y="82"/>
                    <a:pt x="258" y="82"/>
                  </a:cubicBezTo>
                  <a:cubicBezTo>
                    <a:pt x="258" y="161"/>
                    <a:pt x="286" y="234"/>
                    <a:pt x="333" y="292"/>
                  </a:cubicBezTo>
                  <a:cubicBezTo>
                    <a:pt x="335" y="291"/>
                    <a:pt x="338" y="289"/>
                    <a:pt x="340" y="287"/>
                  </a:cubicBezTo>
                  <a:cubicBezTo>
                    <a:pt x="350" y="277"/>
                    <a:pt x="341" y="266"/>
                    <a:pt x="356" y="251"/>
                  </a:cubicBezTo>
                  <a:cubicBezTo>
                    <a:pt x="369" y="238"/>
                    <a:pt x="391" y="238"/>
                    <a:pt x="405" y="251"/>
                  </a:cubicBezTo>
                  <a:cubicBezTo>
                    <a:pt x="418" y="265"/>
                    <a:pt x="418" y="287"/>
                    <a:pt x="405" y="301"/>
                  </a:cubicBezTo>
                  <a:cubicBezTo>
                    <a:pt x="392" y="313"/>
                    <a:pt x="377" y="308"/>
                    <a:pt x="369" y="316"/>
                  </a:cubicBezTo>
                  <a:cubicBezTo>
                    <a:pt x="367" y="319"/>
                    <a:pt x="365" y="322"/>
                    <a:pt x="364" y="325"/>
                  </a:cubicBezTo>
                  <a:cubicBezTo>
                    <a:pt x="423" y="380"/>
                    <a:pt x="503" y="414"/>
                    <a:pt x="590" y="414"/>
                  </a:cubicBezTo>
                  <a:close/>
                </a:path>
              </a:pathLst>
            </a:custGeom>
            <a:gradFill>
              <a:gsLst>
                <a:gs pos="0">
                  <a:srgbClr val="EAB1C4"/>
                </a:gs>
                <a:gs pos="98000">
                  <a:srgbClr val="2BFFFF"/>
                </a:gs>
              </a:gsLst>
              <a:lin ang="2700000" scaled="1"/>
            </a:gradFill>
            <a:ln>
              <a:noFill/>
            </a:ln>
            <a:effectLst>
              <a:outerShdw blurRad="1270000" dist="38100" dir="8100000" algn="tr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6" name="Freeform 8"/>
            <p:cNvSpPr/>
            <p:nvPr/>
          </p:nvSpPr>
          <p:spPr bwMode="auto">
            <a:xfrm>
              <a:off x="6090383" y="2527918"/>
              <a:ext cx="1564917" cy="1781735"/>
            </a:xfrm>
            <a:custGeom>
              <a:avLst/>
              <a:gdLst>
                <a:gd name="T0" fmla="*/ 0 w 589"/>
                <a:gd name="T1" fmla="*/ 258 h 670"/>
                <a:gd name="T2" fmla="*/ 0 w 589"/>
                <a:gd name="T3" fmla="*/ 153 h 670"/>
                <a:gd name="T4" fmla="*/ 13 w 589"/>
                <a:gd name="T5" fmla="*/ 148 h 670"/>
                <a:gd name="T6" fmla="*/ 49 w 589"/>
                <a:gd name="T7" fmla="*/ 162 h 670"/>
                <a:gd name="T8" fmla="*/ 84 w 589"/>
                <a:gd name="T9" fmla="*/ 127 h 670"/>
                <a:gd name="T10" fmla="*/ 49 w 589"/>
                <a:gd name="T11" fmla="*/ 92 h 670"/>
                <a:gd name="T12" fmla="*/ 13 w 589"/>
                <a:gd name="T13" fmla="*/ 107 h 670"/>
                <a:gd name="T14" fmla="*/ 0 w 589"/>
                <a:gd name="T15" fmla="*/ 102 h 670"/>
                <a:gd name="T16" fmla="*/ 0 w 589"/>
                <a:gd name="T17" fmla="*/ 0 h 670"/>
                <a:gd name="T18" fmla="*/ 409 w 589"/>
                <a:gd name="T19" fmla="*/ 166 h 670"/>
                <a:gd name="T20" fmla="*/ 421 w 589"/>
                <a:gd name="T21" fmla="*/ 160 h 670"/>
                <a:gd name="T22" fmla="*/ 437 w 589"/>
                <a:gd name="T23" fmla="*/ 125 h 670"/>
                <a:gd name="T24" fmla="*/ 486 w 589"/>
                <a:gd name="T25" fmla="*/ 125 h 670"/>
                <a:gd name="T26" fmla="*/ 486 w 589"/>
                <a:gd name="T27" fmla="*/ 174 h 670"/>
                <a:gd name="T28" fmla="*/ 450 w 589"/>
                <a:gd name="T29" fmla="*/ 190 h 670"/>
                <a:gd name="T30" fmla="*/ 444 w 589"/>
                <a:gd name="T31" fmla="*/ 203 h 670"/>
                <a:gd name="T32" fmla="*/ 589 w 589"/>
                <a:gd name="T33" fmla="*/ 590 h 670"/>
                <a:gd name="T34" fmla="*/ 476 w 589"/>
                <a:gd name="T35" fmla="*/ 590 h 670"/>
                <a:gd name="T36" fmla="*/ 474 w 589"/>
                <a:gd name="T37" fmla="*/ 599 h 670"/>
                <a:gd name="T38" fmla="*/ 488 w 589"/>
                <a:gd name="T39" fmla="*/ 635 h 670"/>
                <a:gd name="T40" fmla="*/ 453 w 589"/>
                <a:gd name="T41" fmla="*/ 670 h 670"/>
                <a:gd name="T42" fmla="*/ 418 w 589"/>
                <a:gd name="T43" fmla="*/ 635 h 670"/>
                <a:gd name="T44" fmla="*/ 432 w 589"/>
                <a:gd name="T45" fmla="*/ 599 h 670"/>
                <a:gd name="T46" fmla="*/ 430 w 589"/>
                <a:gd name="T47" fmla="*/ 590 h 670"/>
                <a:gd name="T48" fmla="*/ 331 w 589"/>
                <a:gd name="T49" fmla="*/ 590 h 670"/>
                <a:gd name="T50" fmla="*/ 256 w 589"/>
                <a:gd name="T51" fmla="*/ 379 h 670"/>
                <a:gd name="T52" fmla="*/ 249 w 589"/>
                <a:gd name="T53" fmla="*/ 383 h 670"/>
                <a:gd name="T54" fmla="*/ 234 w 589"/>
                <a:gd name="T55" fmla="*/ 419 h 670"/>
                <a:gd name="T56" fmla="*/ 184 w 589"/>
                <a:gd name="T57" fmla="*/ 419 h 670"/>
                <a:gd name="T58" fmla="*/ 184 w 589"/>
                <a:gd name="T59" fmla="*/ 370 h 670"/>
                <a:gd name="T60" fmla="*/ 220 w 589"/>
                <a:gd name="T61" fmla="*/ 354 h 670"/>
                <a:gd name="T62" fmla="*/ 225 w 589"/>
                <a:gd name="T63" fmla="*/ 346 h 670"/>
                <a:gd name="T64" fmla="*/ 0 w 589"/>
                <a:gd name="T65" fmla="*/ 258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89" h="670">
                  <a:moveTo>
                    <a:pt x="0" y="258"/>
                  </a:moveTo>
                  <a:cubicBezTo>
                    <a:pt x="0" y="153"/>
                    <a:pt x="0" y="153"/>
                    <a:pt x="0" y="153"/>
                  </a:cubicBezTo>
                  <a:cubicBezTo>
                    <a:pt x="3" y="150"/>
                    <a:pt x="8" y="148"/>
                    <a:pt x="13" y="148"/>
                  </a:cubicBezTo>
                  <a:cubicBezTo>
                    <a:pt x="24" y="148"/>
                    <a:pt x="31" y="162"/>
                    <a:pt x="49" y="162"/>
                  </a:cubicBezTo>
                  <a:cubicBezTo>
                    <a:pt x="68" y="162"/>
                    <a:pt x="84" y="146"/>
                    <a:pt x="84" y="127"/>
                  </a:cubicBezTo>
                  <a:cubicBezTo>
                    <a:pt x="84" y="108"/>
                    <a:pt x="68" y="92"/>
                    <a:pt x="49" y="92"/>
                  </a:cubicBezTo>
                  <a:cubicBezTo>
                    <a:pt x="29" y="92"/>
                    <a:pt x="27" y="107"/>
                    <a:pt x="13" y="107"/>
                  </a:cubicBezTo>
                  <a:cubicBezTo>
                    <a:pt x="8" y="107"/>
                    <a:pt x="3" y="105"/>
                    <a:pt x="0" y="10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9" y="0"/>
                    <a:pt x="303" y="63"/>
                    <a:pt x="409" y="166"/>
                  </a:cubicBezTo>
                  <a:cubicBezTo>
                    <a:pt x="414" y="166"/>
                    <a:pt x="418" y="164"/>
                    <a:pt x="421" y="160"/>
                  </a:cubicBezTo>
                  <a:cubicBezTo>
                    <a:pt x="431" y="151"/>
                    <a:pt x="422" y="139"/>
                    <a:pt x="437" y="125"/>
                  </a:cubicBezTo>
                  <a:cubicBezTo>
                    <a:pt x="450" y="111"/>
                    <a:pt x="472" y="111"/>
                    <a:pt x="486" y="125"/>
                  </a:cubicBezTo>
                  <a:cubicBezTo>
                    <a:pt x="499" y="138"/>
                    <a:pt x="499" y="160"/>
                    <a:pt x="486" y="174"/>
                  </a:cubicBezTo>
                  <a:cubicBezTo>
                    <a:pt x="473" y="187"/>
                    <a:pt x="458" y="182"/>
                    <a:pt x="450" y="190"/>
                  </a:cubicBezTo>
                  <a:cubicBezTo>
                    <a:pt x="446" y="193"/>
                    <a:pt x="445" y="198"/>
                    <a:pt x="444" y="203"/>
                  </a:cubicBezTo>
                  <a:cubicBezTo>
                    <a:pt x="535" y="306"/>
                    <a:pt x="589" y="442"/>
                    <a:pt x="589" y="590"/>
                  </a:cubicBezTo>
                  <a:cubicBezTo>
                    <a:pt x="476" y="590"/>
                    <a:pt x="476" y="590"/>
                    <a:pt x="476" y="590"/>
                  </a:cubicBezTo>
                  <a:cubicBezTo>
                    <a:pt x="474" y="593"/>
                    <a:pt x="474" y="595"/>
                    <a:pt x="474" y="599"/>
                  </a:cubicBezTo>
                  <a:cubicBezTo>
                    <a:pt x="474" y="612"/>
                    <a:pt x="488" y="615"/>
                    <a:pt x="488" y="635"/>
                  </a:cubicBezTo>
                  <a:cubicBezTo>
                    <a:pt x="488" y="654"/>
                    <a:pt x="472" y="670"/>
                    <a:pt x="453" y="670"/>
                  </a:cubicBezTo>
                  <a:cubicBezTo>
                    <a:pt x="434" y="670"/>
                    <a:pt x="418" y="654"/>
                    <a:pt x="418" y="635"/>
                  </a:cubicBezTo>
                  <a:cubicBezTo>
                    <a:pt x="418" y="616"/>
                    <a:pt x="432" y="610"/>
                    <a:pt x="432" y="599"/>
                  </a:cubicBezTo>
                  <a:cubicBezTo>
                    <a:pt x="432" y="595"/>
                    <a:pt x="432" y="593"/>
                    <a:pt x="430" y="590"/>
                  </a:cubicBezTo>
                  <a:cubicBezTo>
                    <a:pt x="331" y="590"/>
                    <a:pt x="331" y="590"/>
                    <a:pt x="331" y="590"/>
                  </a:cubicBezTo>
                  <a:cubicBezTo>
                    <a:pt x="331" y="510"/>
                    <a:pt x="303" y="436"/>
                    <a:pt x="256" y="379"/>
                  </a:cubicBezTo>
                  <a:cubicBezTo>
                    <a:pt x="253" y="380"/>
                    <a:pt x="251" y="381"/>
                    <a:pt x="249" y="383"/>
                  </a:cubicBezTo>
                  <a:cubicBezTo>
                    <a:pt x="239" y="393"/>
                    <a:pt x="248" y="405"/>
                    <a:pt x="234" y="419"/>
                  </a:cubicBezTo>
                  <a:cubicBezTo>
                    <a:pt x="220" y="432"/>
                    <a:pt x="198" y="432"/>
                    <a:pt x="184" y="419"/>
                  </a:cubicBezTo>
                  <a:cubicBezTo>
                    <a:pt x="171" y="405"/>
                    <a:pt x="171" y="383"/>
                    <a:pt x="184" y="370"/>
                  </a:cubicBezTo>
                  <a:cubicBezTo>
                    <a:pt x="197" y="357"/>
                    <a:pt x="212" y="362"/>
                    <a:pt x="220" y="354"/>
                  </a:cubicBezTo>
                  <a:cubicBezTo>
                    <a:pt x="222" y="352"/>
                    <a:pt x="224" y="349"/>
                    <a:pt x="225" y="346"/>
                  </a:cubicBezTo>
                  <a:cubicBezTo>
                    <a:pt x="166" y="292"/>
                    <a:pt x="87" y="258"/>
                    <a:pt x="0" y="258"/>
                  </a:cubicBezTo>
                  <a:close/>
                </a:path>
              </a:pathLst>
            </a:custGeom>
            <a:gradFill>
              <a:gsLst>
                <a:gs pos="0">
                  <a:srgbClr val="EAB1C4"/>
                </a:gs>
                <a:gs pos="98000">
                  <a:srgbClr val="2BFFFF"/>
                </a:gs>
              </a:gsLst>
              <a:lin ang="2700000" scaled="1"/>
            </a:gradFill>
            <a:ln>
              <a:noFill/>
            </a:ln>
            <a:effectLst>
              <a:outerShdw blurRad="1270000" dist="38100" dir="8100000" algn="tr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7" name="Freeform 9"/>
            <p:cNvSpPr/>
            <p:nvPr/>
          </p:nvSpPr>
          <p:spPr bwMode="auto">
            <a:xfrm>
              <a:off x="4523219" y="2527918"/>
              <a:ext cx="1790723" cy="1568287"/>
            </a:xfrm>
            <a:custGeom>
              <a:avLst/>
              <a:gdLst>
                <a:gd name="T0" fmla="*/ 148 w 674"/>
                <a:gd name="T1" fmla="*/ 200 h 590"/>
                <a:gd name="T2" fmla="*/ 142 w 674"/>
                <a:gd name="T3" fmla="*/ 190 h 590"/>
                <a:gd name="T4" fmla="*/ 107 w 674"/>
                <a:gd name="T5" fmla="*/ 174 h 590"/>
                <a:gd name="T6" fmla="*/ 107 w 674"/>
                <a:gd name="T7" fmla="*/ 125 h 590"/>
                <a:gd name="T8" fmla="*/ 156 w 674"/>
                <a:gd name="T9" fmla="*/ 125 h 590"/>
                <a:gd name="T10" fmla="*/ 172 w 674"/>
                <a:gd name="T11" fmla="*/ 160 h 590"/>
                <a:gd name="T12" fmla="*/ 181 w 674"/>
                <a:gd name="T13" fmla="*/ 166 h 590"/>
                <a:gd name="T14" fmla="*/ 590 w 674"/>
                <a:gd name="T15" fmla="*/ 0 h 590"/>
                <a:gd name="T16" fmla="*/ 590 w 674"/>
                <a:gd name="T17" fmla="*/ 102 h 590"/>
                <a:gd name="T18" fmla="*/ 603 w 674"/>
                <a:gd name="T19" fmla="*/ 107 h 590"/>
                <a:gd name="T20" fmla="*/ 639 w 674"/>
                <a:gd name="T21" fmla="*/ 92 h 590"/>
                <a:gd name="T22" fmla="*/ 674 w 674"/>
                <a:gd name="T23" fmla="*/ 127 h 590"/>
                <a:gd name="T24" fmla="*/ 639 w 674"/>
                <a:gd name="T25" fmla="*/ 162 h 590"/>
                <a:gd name="T26" fmla="*/ 603 w 674"/>
                <a:gd name="T27" fmla="*/ 148 h 590"/>
                <a:gd name="T28" fmla="*/ 590 w 674"/>
                <a:gd name="T29" fmla="*/ 153 h 590"/>
                <a:gd name="T30" fmla="*/ 590 w 674"/>
                <a:gd name="T31" fmla="*/ 258 h 590"/>
                <a:gd name="T32" fmla="*/ 365 w 674"/>
                <a:gd name="T33" fmla="*/ 346 h 590"/>
                <a:gd name="T34" fmla="*/ 369 w 674"/>
                <a:gd name="T35" fmla="*/ 354 h 590"/>
                <a:gd name="T36" fmla="*/ 405 w 674"/>
                <a:gd name="T37" fmla="*/ 370 h 590"/>
                <a:gd name="T38" fmla="*/ 405 w 674"/>
                <a:gd name="T39" fmla="*/ 419 h 590"/>
                <a:gd name="T40" fmla="*/ 356 w 674"/>
                <a:gd name="T41" fmla="*/ 419 h 590"/>
                <a:gd name="T42" fmla="*/ 340 w 674"/>
                <a:gd name="T43" fmla="*/ 383 h 590"/>
                <a:gd name="T44" fmla="*/ 334 w 674"/>
                <a:gd name="T45" fmla="*/ 379 h 590"/>
                <a:gd name="T46" fmla="*/ 258 w 674"/>
                <a:gd name="T47" fmla="*/ 590 h 590"/>
                <a:gd name="T48" fmla="*/ 157 w 674"/>
                <a:gd name="T49" fmla="*/ 590 h 590"/>
                <a:gd name="T50" fmla="*/ 154 w 674"/>
                <a:gd name="T51" fmla="*/ 579 h 590"/>
                <a:gd name="T52" fmla="*/ 168 w 674"/>
                <a:gd name="T53" fmla="*/ 543 h 590"/>
                <a:gd name="T54" fmla="*/ 133 w 674"/>
                <a:gd name="T55" fmla="*/ 508 h 590"/>
                <a:gd name="T56" fmla="*/ 99 w 674"/>
                <a:gd name="T57" fmla="*/ 543 h 590"/>
                <a:gd name="T58" fmla="*/ 113 w 674"/>
                <a:gd name="T59" fmla="*/ 579 h 590"/>
                <a:gd name="T60" fmla="*/ 109 w 674"/>
                <a:gd name="T61" fmla="*/ 590 h 590"/>
                <a:gd name="T62" fmla="*/ 0 w 674"/>
                <a:gd name="T63" fmla="*/ 590 h 590"/>
                <a:gd name="T64" fmla="*/ 148 w 674"/>
                <a:gd name="T65" fmla="*/ 20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74" h="590">
                  <a:moveTo>
                    <a:pt x="148" y="200"/>
                  </a:moveTo>
                  <a:cubicBezTo>
                    <a:pt x="147" y="196"/>
                    <a:pt x="145" y="193"/>
                    <a:pt x="142" y="190"/>
                  </a:cubicBezTo>
                  <a:cubicBezTo>
                    <a:pt x="134" y="182"/>
                    <a:pt x="120" y="187"/>
                    <a:pt x="107" y="174"/>
                  </a:cubicBezTo>
                  <a:cubicBezTo>
                    <a:pt x="93" y="160"/>
                    <a:pt x="93" y="138"/>
                    <a:pt x="107" y="125"/>
                  </a:cubicBezTo>
                  <a:cubicBezTo>
                    <a:pt x="120" y="111"/>
                    <a:pt x="142" y="111"/>
                    <a:pt x="156" y="125"/>
                  </a:cubicBezTo>
                  <a:cubicBezTo>
                    <a:pt x="170" y="139"/>
                    <a:pt x="162" y="151"/>
                    <a:pt x="172" y="160"/>
                  </a:cubicBezTo>
                  <a:cubicBezTo>
                    <a:pt x="174" y="163"/>
                    <a:pt x="177" y="165"/>
                    <a:pt x="181" y="166"/>
                  </a:cubicBezTo>
                  <a:cubicBezTo>
                    <a:pt x="287" y="63"/>
                    <a:pt x="431" y="0"/>
                    <a:pt x="590" y="0"/>
                  </a:cubicBezTo>
                  <a:cubicBezTo>
                    <a:pt x="590" y="102"/>
                    <a:pt x="590" y="102"/>
                    <a:pt x="590" y="102"/>
                  </a:cubicBezTo>
                  <a:cubicBezTo>
                    <a:pt x="593" y="105"/>
                    <a:pt x="598" y="107"/>
                    <a:pt x="603" y="107"/>
                  </a:cubicBezTo>
                  <a:cubicBezTo>
                    <a:pt x="617" y="107"/>
                    <a:pt x="619" y="92"/>
                    <a:pt x="639" y="92"/>
                  </a:cubicBezTo>
                  <a:cubicBezTo>
                    <a:pt x="658" y="92"/>
                    <a:pt x="674" y="108"/>
                    <a:pt x="674" y="127"/>
                  </a:cubicBezTo>
                  <a:cubicBezTo>
                    <a:pt x="674" y="146"/>
                    <a:pt x="658" y="162"/>
                    <a:pt x="639" y="162"/>
                  </a:cubicBezTo>
                  <a:cubicBezTo>
                    <a:pt x="621" y="162"/>
                    <a:pt x="614" y="148"/>
                    <a:pt x="603" y="148"/>
                  </a:cubicBezTo>
                  <a:cubicBezTo>
                    <a:pt x="598" y="148"/>
                    <a:pt x="593" y="150"/>
                    <a:pt x="590" y="153"/>
                  </a:cubicBezTo>
                  <a:cubicBezTo>
                    <a:pt x="590" y="258"/>
                    <a:pt x="590" y="258"/>
                    <a:pt x="590" y="258"/>
                  </a:cubicBezTo>
                  <a:cubicBezTo>
                    <a:pt x="503" y="258"/>
                    <a:pt x="424" y="292"/>
                    <a:pt x="365" y="346"/>
                  </a:cubicBezTo>
                  <a:cubicBezTo>
                    <a:pt x="365" y="349"/>
                    <a:pt x="367" y="352"/>
                    <a:pt x="369" y="354"/>
                  </a:cubicBezTo>
                  <a:cubicBezTo>
                    <a:pt x="377" y="362"/>
                    <a:pt x="392" y="357"/>
                    <a:pt x="405" y="370"/>
                  </a:cubicBezTo>
                  <a:cubicBezTo>
                    <a:pt x="418" y="383"/>
                    <a:pt x="418" y="405"/>
                    <a:pt x="405" y="419"/>
                  </a:cubicBezTo>
                  <a:cubicBezTo>
                    <a:pt x="391" y="432"/>
                    <a:pt x="369" y="432"/>
                    <a:pt x="356" y="419"/>
                  </a:cubicBezTo>
                  <a:cubicBezTo>
                    <a:pt x="341" y="405"/>
                    <a:pt x="350" y="393"/>
                    <a:pt x="340" y="383"/>
                  </a:cubicBezTo>
                  <a:cubicBezTo>
                    <a:pt x="338" y="381"/>
                    <a:pt x="336" y="380"/>
                    <a:pt x="334" y="379"/>
                  </a:cubicBezTo>
                  <a:cubicBezTo>
                    <a:pt x="286" y="436"/>
                    <a:pt x="258" y="510"/>
                    <a:pt x="258" y="590"/>
                  </a:cubicBezTo>
                  <a:cubicBezTo>
                    <a:pt x="157" y="590"/>
                    <a:pt x="157" y="590"/>
                    <a:pt x="157" y="590"/>
                  </a:cubicBezTo>
                  <a:cubicBezTo>
                    <a:pt x="155" y="587"/>
                    <a:pt x="154" y="583"/>
                    <a:pt x="154" y="579"/>
                  </a:cubicBezTo>
                  <a:cubicBezTo>
                    <a:pt x="154" y="565"/>
                    <a:pt x="168" y="563"/>
                    <a:pt x="168" y="543"/>
                  </a:cubicBezTo>
                  <a:cubicBezTo>
                    <a:pt x="168" y="524"/>
                    <a:pt x="153" y="508"/>
                    <a:pt x="133" y="508"/>
                  </a:cubicBezTo>
                  <a:cubicBezTo>
                    <a:pt x="114" y="508"/>
                    <a:pt x="99" y="524"/>
                    <a:pt x="99" y="543"/>
                  </a:cubicBezTo>
                  <a:cubicBezTo>
                    <a:pt x="99" y="561"/>
                    <a:pt x="113" y="568"/>
                    <a:pt x="113" y="579"/>
                  </a:cubicBezTo>
                  <a:cubicBezTo>
                    <a:pt x="113" y="583"/>
                    <a:pt x="111" y="587"/>
                    <a:pt x="109" y="590"/>
                  </a:cubicBezTo>
                  <a:cubicBezTo>
                    <a:pt x="0" y="590"/>
                    <a:pt x="0" y="590"/>
                    <a:pt x="0" y="590"/>
                  </a:cubicBezTo>
                  <a:cubicBezTo>
                    <a:pt x="0" y="440"/>
                    <a:pt x="56" y="304"/>
                    <a:pt x="148" y="200"/>
                  </a:cubicBezTo>
                  <a:close/>
                </a:path>
              </a:pathLst>
            </a:custGeom>
            <a:gradFill>
              <a:gsLst>
                <a:gs pos="0">
                  <a:srgbClr val="EAB1C4"/>
                </a:gs>
                <a:gs pos="98000">
                  <a:srgbClr val="2BFFFF"/>
                </a:gs>
              </a:gsLst>
              <a:lin ang="2700000" scaled="1"/>
            </a:gradFill>
            <a:ln>
              <a:noFill/>
            </a:ln>
            <a:effectLst>
              <a:outerShdw blurRad="1270000" dist="38100" dir="8100000" algn="tr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2" name="Freeform 14"/>
            <p:cNvSpPr>
              <a:spLocks noEditPoints="1"/>
            </p:cNvSpPr>
            <p:nvPr/>
          </p:nvSpPr>
          <p:spPr bwMode="auto">
            <a:xfrm>
              <a:off x="4077223" y="2133599"/>
              <a:ext cx="4033059" cy="3925210"/>
            </a:xfrm>
            <a:custGeom>
              <a:avLst/>
              <a:gdLst>
                <a:gd name="T0" fmla="*/ 0 w 1518"/>
                <a:gd name="T1" fmla="*/ 1349 h 1476"/>
                <a:gd name="T2" fmla="*/ 214 w 1518"/>
                <a:gd name="T3" fmla="*/ 1257 h 1476"/>
                <a:gd name="T4" fmla="*/ 283 w 1518"/>
                <a:gd name="T5" fmla="*/ 1170 h 1476"/>
                <a:gd name="T6" fmla="*/ 283 w 1518"/>
                <a:gd name="T7" fmla="*/ 306 h 1476"/>
                <a:gd name="T8" fmla="*/ 214 w 1518"/>
                <a:gd name="T9" fmla="*/ 218 h 1476"/>
                <a:gd name="T10" fmla="*/ 0 w 1518"/>
                <a:gd name="T11" fmla="*/ 126 h 1476"/>
                <a:gd name="T12" fmla="*/ 253 w 1518"/>
                <a:gd name="T13" fmla="*/ 126 h 1476"/>
                <a:gd name="T14" fmla="*/ 290 w 1518"/>
                <a:gd name="T15" fmla="*/ 283 h 1476"/>
                <a:gd name="T16" fmla="*/ 758 w 1518"/>
                <a:gd name="T17" fmla="*/ 96 h 1476"/>
                <a:gd name="T18" fmla="*/ 1228 w 1518"/>
                <a:gd name="T19" fmla="*/ 283 h 1476"/>
                <a:gd name="T20" fmla="*/ 1264 w 1518"/>
                <a:gd name="T21" fmla="*/ 126 h 1476"/>
                <a:gd name="T22" fmla="*/ 1518 w 1518"/>
                <a:gd name="T23" fmla="*/ 126 h 1476"/>
                <a:gd name="T24" fmla="*/ 1304 w 1518"/>
                <a:gd name="T25" fmla="*/ 218 h 1476"/>
                <a:gd name="T26" fmla="*/ 1234 w 1518"/>
                <a:gd name="T27" fmla="*/ 308 h 1476"/>
                <a:gd name="T28" fmla="*/ 1234 w 1518"/>
                <a:gd name="T29" fmla="*/ 1168 h 1476"/>
                <a:gd name="T30" fmla="*/ 1304 w 1518"/>
                <a:gd name="T31" fmla="*/ 1257 h 1476"/>
                <a:gd name="T32" fmla="*/ 1518 w 1518"/>
                <a:gd name="T33" fmla="*/ 1349 h 1476"/>
                <a:gd name="T34" fmla="*/ 1264 w 1518"/>
                <a:gd name="T35" fmla="*/ 1349 h 1476"/>
                <a:gd name="T36" fmla="*/ 1228 w 1518"/>
                <a:gd name="T37" fmla="*/ 1192 h 1476"/>
                <a:gd name="T38" fmla="*/ 758 w 1518"/>
                <a:gd name="T39" fmla="*/ 1380 h 1476"/>
                <a:gd name="T40" fmla="*/ 290 w 1518"/>
                <a:gd name="T41" fmla="*/ 1192 h 1476"/>
                <a:gd name="T42" fmla="*/ 253 w 1518"/>
                <a:gd name="T43" fmla="*/ 1349 h 1476"/>
                <a:gd name="T44" fmla="*/ 300 w 1518"/>
                <a:gd name="T45" fmla="*/ 1158 h 1476"/>
                <a:gd name="T46" fmla="*/ 313 w 1518"/>
                <a:gd name="T47" fmla="*/ 1189 h 1476"/>
                <a:gd name="T48" fmla="*/ 1204 w 1518"/>
                <a:gd name="T49" fmla="*/ 1188 h 1476"/>
                <a:gd name="T50" fmla="*/ 1391 w 1518"/>
                <a:gd name="T51" fmla="*/ 738 h 1476"/>
                <a:gd name="T52" fmla="*/ 1203 w 1518"/>
                <a:gd name="T53" fmla="*/ 288 h 1476"/>
                <a:gd name="T54" fmla="*/ 314 w 1518"/>
                <a:gd name="T55" fmla="*/ 286 h 1476"/>
                <a:gd name="T56" fmla="*/ 124 w 1518"/>
                <a:gd name="T57" fmla="*/ 738 h 1476"/>
                <a:gd name="T58" fmla="*/ 300 w 1518"/>
                <a:gd name="T59" fmla="*/ 1158 h 1476"/>
                <a:gd name="T60" fmla="*/ 1484 w 1518"/>
                <a:gd name="T61" fmla="*/ 126 h 1476"/>
                <a:gd name="T62" fmla="*/ 1298 w 1518"/>
                <a:gd name="T63" fmla="*/ 126 h 1476"/>
                <a:gd name="T64" fmla="*/ 127 w 1518"/>
                <a:gd name="T65" fmla="*/ 34 h 1476"/>
                <a:gd name="T66" fmla="*/ 127 w 1518"/>
                <a:gd name="T67" fmla="*/ 219 h 1476"/>
                <a:gd name="T68" fmla="*/ 127 w 1518"/>
                <a:gd name="T69" fmla="*/ 34 h 1476"/>
                <a:gd name="T70" fmla="*/ 1484 w 1518"/>
                <a:gd name="T71" fmla="*/ 1349 h 1476"/>
                <a:gd name="T72" fmla="*/ 1298 w 1518"/>
                <a:gd name="T73" fmla="*/ 1349 h 1476"/>
                <a:gd name="T74" fmla="*/ 127 w 1518"/>
                <a:gd name="T75" fmla="*/ 1442 h 1476"/>
                <a:gd name="T76" fmla="*/ 127 w 1518"/>
                <a:gd name="T77" fmla="*/ 1256 h 1476"/>
                <a:gd name="T78" fmla="*/ 127 w 1518"/>
                <a:gd name="T79" fmla="*/ 1442 h 1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18" h="1476">
                  <a:moveTo>
                    <a:pt x="127" y="1476"/>
                  </a:moveTo>
                  <a:cubicBezTo>
                    <a:pt x="57" y="1476"/>
                    <a:pt x="0" y="1419"/>
                    <a:pt x="0" y="1349"/>
                  </a:cubicBezTo>
                  <a:cubicBezTo>
                    <a:pt x="0" y="1279"/>
                    <a:pt x="57" y="1222"/>
                    <a:pt x="127" y="1222"/>
                  </a:cubicBezTo>
                  <a:cubicBezTo>
                    <a:pt x="160" y="1222"/>
                    <a:pt x="191" y="1235"/>
                    <a:pt x="214" y="1257"/>
                  </a:cubicBezTo>
                  <a:cubicBezTo>
                    <a:pt x="284" y="1186"/>
                    <a:pt x="284" y="1186"/>
                    <a:pt x="284" y="1186"/>
                  </a:cubicBezTo>
                  <a:cubicBezTo>
                    <a:pt x="281" y="1181"/>
                    <a:pt x="281" y="1175"/>
                    <a:pt x="283" y="1170"/>
                  </a:cubicBezTo>
                  <a:cubicBezTo>
                    <a:pt x="179" y="1056"/>
                    <a:pt x="116" y="904"/>
                    <a:pt x="116" y="738"/>
                  </a:cubicBezTo>
                  <a:cubicBezTo>
                    <a:pt x="116" y="572"/>
                    <a:pt x="179" y="420"/>
                    <a:pt x="283" y="306"/>
                  </a:cubicBezTo>
                  <a:cubicBezTo>
                    <a:pt x="281" y="301"/>
                    <a:pt x="281" y="294"/>
                    <a:pt x="284" y="289"/>
                  </a:cubicBezTo>
                  <a:cubicBezTo>
                    <a:pt x="214" y="218"/>
                    <a:pt x="214" y="218"/>
                    <a:pt x="214" y="218"/>
                  </a:cubicBezTo>
                  <a:cubicBezTo>
                    <a:pt x="191" y="240"/>
                    <a:pt x="160" y="253"/>
                    <a:pt x="127" y="253"/>
                  </a:cubicBezTo>
                  <a:cubicBezTo>
                    <a:pt x="57" y="253"/>
                    <a:pt x="0" y="196"/>
                    <a:pt x="0" y="126"/>
                  </a:cubicBezTo>
                  <a:cubicBezTo>
                    <a:pt x="0" y="56"/>
                    <a:pt x="57" y="0"/>
                    <a:pt x="127" y="0"/>
                  </a:cubicBezTo>
                  <a:cubicBezTo>
                    <a:pt x="197" y="0"/>
                    <a:pt x="253" y="56"/>
                    <a:pt x="253" y="126"/>
                  </a:cubicBezTo>
                  <a:cubicBezTo>
                    <a:pt x="253" y="159"/>
                    <a:pt x="241" y="190"/>
                    <a:pt x="220" y="212"/>
                  </a:cubicBezTo>
                  <a:cubicBezTo>
                    <a:pt x="290" y="283"/>
                    <a:pt x="290" y="283"/>
                    <a:pt x="290" y="283"/>
                  </a:cubicBezTo>
                  <a:cubicBezTo>
                    <a:pt x="295" y="280"/>
                    <a:pt x="301" y="279"/>
                    <a:pt x="307" y="281"/>
                  </a:cubicBezTo>
                  <a:cubicBezTo>
                    <a:pt x="423" y="167"/>
                    <a:pt x="582" y="96"/>
                    <a:pt x="758" y="96"/>
                  </a:cubicBezTo>
                  <a:cubicBezTo>
                    <a:pt x="934" y="96"/>
                    <a:pt x="1094" y="167"/>
                    <a:pt x="1210" y="282"/>
                  </a:cubicBezTo>
                  <a:cubicBezTo>
                    <a:pt x="1215" y="279"/>
                    <a:pt x="1222" y="279"/>
                    <a:pt x="1228" y="283"/>
                  </a:cubicBezTo>
                  <a:cubicBezTo>
                    <a:pt x="1298" y="212"/>
                    <a:pt x="1298" y="212"/>
                    <a:pt x="1298" y="212"/>
                  </a:cubicBezTo>
                  <a:cubicBezTo>
                    <a:pt x="1277" y="190"/>
                    <a:pt x="1264" y="159"/>
                    <a:pt x="1264" y="126"/>
                  </a:cubicBezTo>
                  <a:cubicBezTo>
                    <a:pt x="1264" y="56"/>
                    <a:pt x="1321" y="0"/>
                    <a:pt x="1391" y="0"/>
                  </a:cubicBezTo>
                  <a:cubicBezTo>
                    <a:pt x="1461" y="0"/>
                    <a:pt x="1518" y="56"/>
                    <a:pt x="1518" y="126"/>
                  </a:cubicBezTo>
                  <a:cubicBezTo>
                    <a:pt x="1518" y="196"/>
                    <a:pt x="1461" y="253"/>
                    <a:pt x="1391" y="253"/>
                  </a:cubicBezTo>
                  <a:cubicBezTo>
                    <a:pt x="1357" y="253"/>
                    <a:pt x="1327" y="240"/>
                    <a:pt x="1304" y="218"/>
                  </a:cubicBezTo>
                  <a:cubicBezTo>
                    <a:pt x="1234" y="289"/>
                    <a:pt x="1234" y="289"/>
                    <a:pt x="1234" y="289"/>
                  </a:cubicBezTo>
                  <a:cubicBezTo>
                    <a:pt x="1237" y="295"/>
                    <a:pt x="1237" y="302"/>
                    <a:pt x="1234" y="308"/>
                  </a:cubicBezTo>
                  <a:cubicBezTo>
                    <a:pt x="1337" y="422"/>
                    <a:pt x="1399" y="572"/>
                    <a:pt x="1399" y="738"/>
                  </a:cubicBezTo>
                  <a:cubicBezTo>
                    <a:pt x="1399" y="903"/>
                    <a:pt x="1337" y="1054"/>
                    <a:pt x="1234" y="1168"/>
                  </a:cubicBezTo>
                  <a:cubicBezTo>
                    <a:pt x="1237" y="1173"/>
                    <a:pt x="1237" y="1181"/>
                    <a:pt x="1234" y="1186"/>
                  </a:cubicBezTo>
                  <a:cubicBezTo>
                    <a:pt x="1304" y="1257"/>
                    <a:pt x="1304" y="1257"/>
                    <a:pt x="1304" y="1257"/>
                  </a:cubicBezTo>
                  <a:cubicBezTo>
                    <a:pt x="1327" y="1235"/>
                    <a:pt x="1357" y="1222"/>
                    <a:pt x="1391" y="1222"/>
                  </a:cubicBezTo>
                  <a:cubicBezTo>
                    <a:pt x="1461" y="1222"/>
                    <a:pt x="1518" y="1279"/>
                    <a:pt x="1518" y="1349"/>
                  </a:cubicBezTo>
                  <a:cubicBezTo>
                    <a:pt x="1518" y="1419"/>
                    <a:pt x="1461" y="1476"/>
                    <a:pt x="1391" y="1476"/>
                  </a:cubicBezTo>
                  <a:cubicBezTo>
                    <a:pt x="1321" y="1476"/>
                    <a:pt x="1264" y="1419"/>
                    <a:pt x="1264" y="1349"/>
                  </a:cubicBezTo>
                  <a:cubicBezTo>
                    <a:pt x="1264" y="1316"/>
                    <a:pt x="1277" y="1285"/>
                    <a:pt x="1298" y="1263"/>
                  </a:cubicBezTo>
                  <a:cubicBezTo>
                    <a:pt x="1228" y="1192"/>
                    <a:pt x="1228" y="1192"/>
                    <a:pt x="1228" y="1192"/>
                  </a:cubicBezTo>
                  <a:cubicBezTo>
                    <a:pt x="1222" y="1195"/>
                    <a:pt x="1216" y="1196"/>
                    <a:pt x="1210" y="1193"/>
                  </a:cubicBezTo>
                  <a:cubicBezTo>
                    <a:pt x="1094" y="1308"/>
                    <a:pt x="934" y="1380"/>
                    <a:pt x="758" y="1380"/>
                  </a:cubicBezTo>
                  <a:cubicBezTo>
                    <a:pt x="582" y="1380"/>
                    <a:pt x="422" y="1309"/>
                    <a:pt x="306" y="1194"/>
                  </a:cubicBezTo>
                  <a:cubicBezTo>
                    <a:pt x="301" y="1196"/>
                    <a:pt x="295" y="1195"/>
                    <a:pt x="290" y="1192"/>
                  </a:cubicBezTo>
                  <a:cubicBezTo>
                    <a:pt x="220" y="1263"/>
                    <a:pt x="220" y="1263"/>
                    <a:pt x="220" y="1263"/>
                  </a:cubicBezTo>
                  <a:cubicBezTo>
                    <a:pt x="241" y="1285"/>
                    <a:pt x="253" y="1316"/>
                    <a:pt x="253" y="1349"/>
                  </a:cubicBezTo>
                  <a:cubicBezTo>
                    <a:pt x="253" y="1419"/>
                    <a:pt x="197" y="1476"/>
                    <a:pt x="127" y="1476"/>
                  </a:cubicBezTo>
                  <a:close/>
                  <a:moveTo>
                    <a:pt x="300" y="1158"/>
                  </a:moveTo>
                  <a:cubicBezTo>
                    <a:pt x="310" y="1158"/>
                    <a:pt x="318" y="1166"/>
                    <a:pt x="318" y="1177"/>
                  </a:cubicBezTo>
                  <a:cubicBezTo>
                    <a:pt x="318" y="1181"/>
                    <a:pt x="316" y="1186"/>
                    <a:pt x="313" y="1189"/>
                  </a:cubicBezTo>
                  <a:cubicBezTo>
                    <a:pt x="428" y="1302"/>
                    <a:pt x="584" y="1371"/>
                    <a:pt x="758" y="1371"/>
                  </a:cubicBezTo>
                  <a:cubicBezTo>
                    <a:pt x="932" y="1371"/>
                    <a:pt x="1089" y="1301"/>
                    <a:pt x="1204" y="1188"/>
                  </a:cubicBezTo>
                  <a:cubicBezTo>
                    <a:pt x="1191" y="1171"/>
                    <a:pt x="1212" y="1150"/>
                    <a:pt x="1228" y="1161"/>
                  </a:cubicBezTo>
                  <a:cubicBezTo>
                    <a:pt x="1329" y="1049"/>
                    <a:pt x="1391" y="901"/>
                    <a:pt x="1391" y="738"/>
                  </a:cubicBezTo>
                  <a:cubicBezTo>
                    <a:pt x="1391" y="575"/>
                    <a:pt x="1329" y="426"/>
                    <a:pt x="1228" y="314"/>
                  </a:cubicBezTo>
                  <a:cubicBezTo>
                    <a:pt x="1211" y="324"/>
                    <a:pt x="1192" y="304"/>
                    <a:pt x="1203" y="288"/>
                  </a:cubicBezTo>
                  <a:cubicBezTo>
                    <a:pt x="1089" y="175"/>
                    <a:pt x="931" y="105"/>
                    <a:pt x="758" y="105"/>
                  </a:cubicBezTo>
                  <a:cubicBezTo>
                    <a:pt x="585" y="105"/>
                    <a:pt x="428" y="174"/>
                    <a:pt x="314" y="286"/>
                  </a:cubicBezTo>
                  <a:cubicBezTo>
                    <a:pt x="328" y="303"/>
                    <a:pt x="306" y="326"/>
                    <a:pt x="288" y="313"/>
                  </a:cubicBezTo>
                  <a:cubicBezTo>
                    <a:pt x="187" y="425"/>
                    <a:pt x="124" y="574"/>
                    <a:pt x="124" y="738"/>
                  </a:cubicBezTo>
                  <a:cubicBezTo>
                    <a:pt x="124" y="901"/>
                    <a:pt x="186" y="1050"/>
                    <a:pt x="288" y="1163"/>
                  </a:cubicBezTo>
                  <a:cubicBezTo>
                    <a:pt x="291" y="1160"/>
                    <a:pt x="295" y="1158"/>
                    <a:pt x="300" y="1158"/>
                  </a:cubicBezTo>
                  <a:close/>
                  <a:moveTo>
                    <a:pt x="1391" y="34"/>
                  </a:moveTo>
                  <a:cubicBezTo>
                    <a:pt x="1442" y="34"/>
                    <a:pt x="1484" y="75"/>
                    <a:pt x="1484" y="126"/>
                  </a:cubicBezTo>
                  <a:cubicBezTo>
                    <a:pt x="1484" y="177"/>
                    <a:pt x="1442" y="219"/>
                    <a:pt x="1391" y="219"/>
                  </a:cubicBezTo>
                  <a:cubicBezTo>
                    <a:pt x="1340" y="219"/>
                    <a:pt x="1298" y="177"/>
                    <a:pt x="1298" y="126"/>
                  </a:cubicBezTo>
                  <a:cubicBezTo>
                    <a:pt x="1298" y="75"/>
                    <a:pt x="1340" y="34"/>
                    <a:pt x="1391" y="34"/>
                  </a:cubicBezTo>
                  <a:close/>
                  <a:moveTo>
                    <a:pt x="127" y="34"/>
                  </a:moveTo>
                  <a:cubicBezTo>
                    <a:pt x="76" y="34"/>
                    <a:pt x="34" y="75"/>
                    <a:pt x="34" y="126"/>
                  </a:cubicBezTo>
                  <a:cubicBezTo>
                    <a:pt x="34" y="177"/>
                    <a:pt x="76" y="219"/>
                    <a:pt x="127" y="219"/>
                  </a:cubicBezTo>
                  <a:cubicBezTo>
                    <a:pt x="178" y="219"/>
                    <a:pt x="219" y="177"/>
                    <a:pt x="219" y="126"/>
                  </a:cubicBezTo>
                  <a:cubicBezTo>
                    <a:pt x="219" y="75"/>
                    <a:pt x="178" y="34"/>
                    <a:pt x="127" y="34"/>
                  </a:cubicBezTo>
                  <a:close/>
                  <a:moveTo>
                    <a:pt x="1391" y="1442"/>
                  </a:moveTo>
                  <a:cubicBezTo>
                    <a:pt x="1442" y="1442"/>
                    <a:pt x="1484" y="1400"/>
                    <a:pt x="1484" y="1349"/>
                  </a:cubicBezTo>
                  <a:cubicBezTo>
                    <a:pt x="1484" y="1298"/>
                    <a:pt x="1442" y="1256"/>
                    <a:pt x="1391" y="1256"/>
                  </a:cubicBezTo>
                  <a:cubicBezTo>
                    <a:pt x="1340" y="1256"/>
                    <a:pt x="1298" y="1298"/>
                    <a:pt x="1298" y="1349"/>
                  </a:cubicBezTo>
                  <a:cubicBezTo>
                    <a:pt x="1298" y="1400"/>
                    <a:pt x="1340" y="1442"/>
                    <a:pt x="1391" y="1442"/>
                  </a:cubicBezTo>
                  <a:close/>
                  <a:moveTo>
                    <a:pt x="127" y="1442"/>
                  </a:moveTo>
                  <a:cubicBezTo>
                    <a:pt x="76" y="1442"/>
                    <a:pt x="34" y="1400"/>
                    <a:pt x="34" y="1349"/>
                  </a:cubicBezTo>
                  <a:cubicBezTo>
                    <a:pt x="34" y="1298"/>
                    <a:pt x="76" y="1256"/>
                    <a:pt x="127" y="1256"/>
                  </a:cubicBezTo>
                  <a:cubicBezTo>
                    <a:pt x="178" y="1256"/>
                    <a:pt x="219" y="1298"/>
                    <a:pt x="219" y="1349"/>
                  </a:cubicBezTo>
                  <a:cubicBezTo>
                    <a:pt x="219" y="1400"/>
                    <a:pt x="178" y="1442"/>
                    <a:pt x="127" y="1442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3" name="Inhaltsplatzhalter 4"/>
            <p:cNvSpPr txBox="1"/>
            <p:nvPr/>
          </p:nvSpPr>
          <p:spPr>
            <a:xfrm>
              <a:off x="4921656" y="3095815"/>
              <a:ext cx="573692" cy="307777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20%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4" name="Inhaltsplatzhalter 4"/>
            <p:cNvSpPr txBox="1"/>
            <p:nvPr/>
          </p:nvSpPr>
          <p:spPr>
            <a:xfrm>
              <a:off x="4921656" y="4773467"/>
              <a:ext cx="722730" cy="307888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100%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5" name="Inhaltsplatzhalter 4"/>
            <p:cNvSpPr txBox="1"/>
            <p:nvPr/>
          </p:nvSpPr>
          <p:spPr>
            <a:xfrm>
              <a:off x="6712379" y="3095815"/>
              <a:ext cx="573692" cy="307777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50%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6" name="Inhaltsplatzhalter 4"/>
            <p:cNvSpPr txBox="1"/>
            <p:nvPr/>
          </p:nvSpPr>
          <p:spPr>
            <a:xfrm>
              <a:off x="6712379" y="4773523"/>
              <a:ext cx="573692" cy="307777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80%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8" name="Oval 10"/>
            <p:cNvSpPr>
              <a:spLocks noChangeArrowheads="1"/>
            </p:cNvSpPr>
            <p:nvPr/>
          </p:nvSpPr>
          <p:spPr bwMode="auto">
            <a:xfrm>
              <a:off x="7526107" y="2224596"/>
              <a:ext cx="493179" cy="492056"/>
            </a:xfrm>
            <a:prstGeom prst="ellipse">
              <a:avLst/>
            </a:prstGeom>
            <a:gradFill>
              <a:gsLst>
                <a:gs pos="0">
                  <a:srgbClr val="EAB1C4"/>
                </a:gs>
                <a:gs pos="98000">
                  <a:srgbClr val="2BFFFF"/>
                </a:gs>
              </a:gsLst>
              <a:lin ang="2700000" scaled="1"/>
            </a:gradFill>
            <a:ln>
              <a:noFill/>
            </a:ln>
            <a:effectLst>
              <a:outerShdw blurRad="127000" dist="38100" dir="8100000" algn="tr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0" tIns="0" rIns="0" bIns="0" numCol="1" anchor="ctr" anchorCtr="0" compatLnSpc="1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02</a:t>
              </a:r>
            </a:p>
          </p:txBody>
        </p:sp>
        <p:sp>
          <p:nvSpPr>
            <p:cNvPr id="9" name="Oval 11"/>
            <p:cNvSpPr>
              <a:spLocks noChangeArrowheads="1"/>
            </p:cNvSpPr>
            <p:nvPr/>
          </p:nvSpPr>
          <p:spPr bwMode="auto">
            <a:xfrm>
              <a:off x="4167096" y="2224596"/>
              <a:ext cx="492056" cy="492056"/>
            </a:xfrm>
            <a:prstGeom prst="ellipse">
              <a:avLst/>
            </a:prstGeom>
            <a:gradFill>
              <a:gsLst>
                <a:gs pos="0">
                  <a:srgbClr val="EAB1C4"/>
                </a:gs>
                <a:gs pos="98000">
                  <a:srgbClr val="2BFFFF"/>
                </a:gs>
              </a:gsLst>
              <a:lin ang="2700000" scaled="1"/>
            </a:gradFill>
            <a:ln>
              <a:noFill/>
            </a:ln>
            <a:effectLst>
              <a:outerShdw blurRad="127000" dist="38100" dir="8100000" algn="tr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0" tIns="0" rIns="0" bIns="0" numCol="1" anchor="ctr" anchorCtr="0" compatLnSpc="1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01</a:t>
              </a:r>
            </a:p>
          </p:txBody>
        </p:sp>
        <p:sp>
          <p:nvSpPr>
            <p:cNvPr id="10" name="Oval 12"/>
            <p:cNvSpPr>
              <a:spLocks noChangeArrowheads="1"/>
            </p:cNvSpPr>
            <p:nvPr/>
          </p:nvSpPr>
          <p:spPr bwMode="auto">
            <a:xfrm>
              <a:off x="7526107" y="5473510"/>
              <a:ext cx="493179" cy="49542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127000" dist="38100" dir="8100000" algn="tr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0" tIns="0" rIns="0" bIns="0" numCol="1" anchor="ctr" anchorCtr="0" compatLnSpc="1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03</a:t>
              </a:r>
            </a:p>
          </p:txBody>
        </p:sp>
        <p:sp>
          <p:nvSpPr>
            <p:cNvPr id="11" name="Oval 13"/>
            <p:cNvSpPr>
              <a:spLocks noChangeArrowheads="1"/>
            </p:cNvSpPr>
            <p:nvPr/>
          </p:nvSpPr>
          <p:spPr bwMode="auto">
            <a:xfrm>
              <a:off x="4167096" y="5473510"/>
              <a:ext cx="492056" cy="495426"/>
            </a:xfrm>
            <a:prstGeom prst="ellipse">
              <a:avLst/>
            </a:prstGeom>
            <a:gradFill>
              <a:gsLst>
                <a:gs pos="0">
                  <a:srgbClr val="EAB1C4"/>
                </a:gs>
                <a:gs pos="98000">
                  <a:srgbClr val="2BFFFF"/>
                </a:gs>
              </a:gsLst>
              <a:lin ang="2700000" scaled="1"/>
            </a:gradFill>
            <a:ln>
              <a:noFill/>
            </a:ln>
            <a:effectLst>
              <a:outerShdw blurRad="127000" dist="38100" dir="8100000" algn="tr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0" tIns="0" rIns="0" bIns="0" numCol="1" anchor="ctr" anchorCtr="0" compatLnSpc="1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04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915802" y="643171"/>
            <a:ext cx="6360398" cy="707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gradFill>
                  <a:gsLst>
                    <a:gs pos="0">
                      <a:srgbClr val="EAB1C4"/>
                    </a:gs>
                    <a:gs pos="98000">
                      <a:srgbClr val="2BFFFF"/>
                    </a:gs>
                  </a:gsLst>
                  <a:lin ang="27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项 目 完 成 情 况</a:t>
            </a:r>
            <a:endParaRPr lang="id-ID" altLang="zh-CN" sz="4000" b="1" dirty="0">
              <a:gradFill>
                <a:gsLst>
                  <a:gs pos="0">
                    <a:srgbClr val="EAB1C4"/>
                  </a:gs>
                  <a:gs pos="98000">
                    <a:srgbClr val="2BFFFF"/>
                  </a:gs>
                </a:gsLst>
                <a:lin ang="27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5376" y="1265045"/>
            <a:ext cx="2621250" cy="276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Project completion</a:t>
            </a:r>
            <a:endParaRPr lang="id-ID" sz="12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5791311" y="655566"/>
            <a:ext cx="60938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31911" y="2120557"/>
            <a:ext cx="1996523" cy="33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教师端</a:t>
            </a:r>
            <a:endParaRPr lang="id-ID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331911" y="2428224"/>
            <a:ext cx="2158092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规划功能布局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前后端功能调试对接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核心功能实现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31911" y="4832600"/>
            <a:ext cx="1996523" cy="33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学生端</a:t>
            </a:r>
            <a:endParaRPr lang="id-ID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331911" y="5140266"/>
            <a:ext cx="2158092" cy="959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规划功能布局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核心功能实现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前后端功能调试对接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学生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-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教师功能联动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 flipH="1">
            <a:off x="1788955" y="2120557"/>
            <a:ext cx="1996523" cy="33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产品首页</a:t>
            </a:r>
            <a:endParaRPr lang="id-ID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9" name="Rectangle 28"/>
          <p:cNvSpPr/>
          <p:nvPr/>
        </p:nvSpPr>
        <p:spPr>
          <a:xfrm flipH="1">
            <a:off x="1627387" y="2428224"/>
            <a:ext cx="2158092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动态设计登录注册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产品首页动画设计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突出视觉影响力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 flipH="1">
            <a:off x="1788955" y="4832600"/>
            <a:ext cx="1996523" cy="33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管理端</a:t>
            </a:r>
            <a:endParaRPr lang="id-ID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2" name="Rectangle 31"/>
          <p:cNvSpPr/>
          <p:nvPr/>
        </p:nvSpPr>
        <p:spPr>
          <a:xfrm flipH="1">
            <a:off x="1627387" y="5140266"/>
            <a:ext cx="2158092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系统数据看板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不同阶段学情分析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多样化图表展示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8" presetID="2" presetClass="entr" presetSubtype="4" dur="75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9" presetClass="entr" presetSubtype="0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ur="75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ur="75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ur="75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ur="75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ur="75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dur="75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1" grpId="0"/>
      <p:bldP spid="22" grpId="0"/>
      <p:bldP spid="25" grpId="0"/>
      <p:bldP spid="26" grpId="0"/>
      <p:bldP spid="28" grpId="0"/>
      <p:bldP spid="29" grpId="0"/>
      <p:bldP spid="31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1096" y="1439085"/>
            <a:ext cx="347486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500" dirty="0">
                <a:gradFill flip="none" rotWithShape="1">
                  <a:gsLst>
                    <a:gs pos="100000">
                      <a:srgbClr val="EAB1C4"/>
                    </a:gs>
                    <a:gs pos="0">
                      <a:srgbClr val="2B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Two </a:t>
            </a:r>
            <a:endParaRPr lang="zh-CN" altLang="en-US" sz="11500" dirty="0">
              <a:gradFill flip="none" rotWithShape="1">
                <a:gsLst>
                  <a:gs pos="100000">
                    <a:srgbClr val="EAB1C4"/>
                  </a:gs>
                  <a:gs pos="0">
                    <a:srgbClr val="2BFFFF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1736" y="3101078"/>
            <a:ext cx="5690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技术方案与实现</a:t>
            </a:r>
          </a:p>
        </p:txBody>
      </p:sp>
      <p:sp>
        <p:nvSpPr>
          <p:cNvPr id="5" name="Rectangle 17"/>
          <p:cNvSpPr/>
          <p:nvPr/>
        </p:nvSpPr>
        <p:spPr>
          <a:xfrm>
            <a:off x="661736" y="3699523"/>
            <a:ext cx="3597443" cy="890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Including system architecture, page structure, database design, problem-solving and innovation points.</a:t>
            </a:r>
          </a:p>
        </p:txBody>
      </p:sp>
      <p:sp>
        <p:nvSpPr>
          <p:cNvPr id="6" name="TextBox 10"/>
          <p:cNvSpPr txBox="1"/>
          <p:nvPr/>
        </p:nvSpPr>
        <p:spPr>
          <a:xfrm rot="5400000">
            <a:off x="7856099" y="3228945"/>
            <a:ext cx="64869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spc="300" dirty="0">
                <a:gradFill>
                  <a:gsLst>
                    <a:gs pos="100000">
                      <a:srgbClr val="EAB1C4"/>
                    </a:gs>
                    <a:gs pos="0">
                      <a:srgbClr val="2BFFFF"/>
                    </a:gs>
                  </a:gsLst>
                  <a:path path="circle">
                    <a:fillToRect l="100000" t="100000"/>
                  </a:path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Technical Scheme and Implementation</a:t>
            </a:r>
            <a:endParaRPr lang="id-ID" sz="2000" b="1" spc="300" dirty="0">
              <a:gradFill>
                <a:gsLst>
                  <a:gs pos="100000">
                    <a:srgbClr val="EAB1C4"/>
                  </a:gs>
                  <a:gs pos="0">
                    <a:srgbClr val="2BFFFF"/>
                  </a:gs>
                </a:gsLst>
                <a:path path="circle">
                  <a:fillToRect l="100000" t="100000"/>
                </a:path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5000" contrast="-1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: Rounded Corners 47"/>
          <p:cNvSpPr/>
          <p:nvPr/>
        </p:nvSpPr>
        <p:spPr>
          <a:xfrm>
            <a:off x="528632" y="902199"/>
            <a:ext cx="6463256" cy="4757217"/>
          </a:xfrm>
          <a:prstGeom prst="roundRect">
            <a:avLst>
              <a:gd name="adj" fmla="val 2736"/>
            </a:avLst>
          </a:prstGeom>
          <a:gradFill>
            <a:gsLst>
              <a:gs pos="4000">
                <a:srgbClr val="2BFFFF"/>
              </a:gs>
              <a:gs pos="100000">
                <a:srgbClr val="EAB1C4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448086" y="1162056"/>
            <a:ext cx="40083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gradFill>
                  <a:gsLst>
                    <a:gs pos="4000">
                      <a:srgbClr val="2BFFFF"/>
                    </a:gs>
                    <a:gs pos="100000">
                      <a:srgbClr val="EAB1C4"/>
                    </a:gs>
                  </a:gsLst>
                  <a:lin ang="135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系统架构</a:t>
            </a:r>
            <a:endParaRPr lang="id-ID" altLang="zh-CN" sz="4000" b="1" dirty="0">
              <a:gradFill>
                <a:gsLst>
                  <a:gs pos="4000">
                    <a:srgbClr val="2BFFFF"/>
                  </a:gs>
                  <a:gs pos="100000">
                    <a:srgbClr val="EAB1C4"/>
                  </a:gs>
                </a:gsLst>
                <a:lin ang="135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  <a:p>
            <a:r>
              <a:rPr lang="en-US" altLang="zh-CN" sz="4000" b="1" dirty="0">
                <a:gradFill>
                  <a:gsLst>
                    <a:gs pos="4000">
                      <a:srgbClr val="2BFFFF"/>
                    </a:gs>
                    <a:gs pos="100000">
                      <a:srgbClr val="EAB1C4"/>
                    </a:gs>
                  </a:gsLst>
                  <a:lin ang="135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System Architecture</a:t>
            </a:r>
            <a:endParaRPr lang="id-ID" sz="4000" b="1" dirty="0">
              <a:gradFill>
                <a:gsLst>
                  <a:gs pos="4000">
                    <a:srgbClr val="2BFFFF"/>
                  </a:gs>
                  <a:gs pos="100000">
                    <a:srgbClr val="EAB1C4"/>
                  </a:gs>
                </a:gsLst>
                <a:lin ang="135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>
            <a:off x="7612774" y="1174451"/>
            <a:ext cx="60938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448086" y="3622799"/>
            <a:ext cx="4048955" cy="1181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MentorX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采用前后端分离开发技术，前端使用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vue3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框架，后端使用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flask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框架；使用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MySQL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存储用户基本信息、课程章节课件以及章节习题以及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AI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聊天记录；生成章节课件、生成习题、批改习题、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AI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辅导等功能通过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Spark X1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大语言模型实现。</a:t>
            </a:r>
          </a:p>
        </p:txBody>
      </p:sp>
      <p:cxnSp>
        <p:nvCxnSpPr>
          <p:cNvPr id="52" name="Straight Connector 51"/>
          <p:cNvCxnSpPr/>
          <p:nvPr/>
        </p:nvCxnSpPr>
        <p:spPr>
          <a:xfrm flipH="1">
            <a:off x="970207" y="4812006"/>
            <a:ext cx="0" cy="432878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033536" y="4665788"/>
            <a:ext cx="5453448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MentorX</a:t>
            </a:r>
            <a:r>
              <a:rPr 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 adopts a front-end and back-end separation development technology. The front-end uses the Vue3 framework, and the back-end uses the Flask framework.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0F63CBF-E5CF-7237-E729-336378284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97" y="1551973"/>
            <a:ext cx="6108928" cy="3032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2" presetID="2" presetClass="entr" presetSubtype="2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" presetClass="entr" presetSubtype="2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7" grpId="0"/>
      <p:bldP spid="40" grpId="0"/>
      <p:bldP spid="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8000" contrast="-16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>
            <a:extLst>
              <a:ext uri="{FF2B5EF4-FFF2-40B4-BE49-F238E27FC236}">
                <a16:creationId xmlns:a16="http://schemas.microsoft.com/office/drawing/2014/main" id="{F7529B95-F67A-E366-D814-B1C3BF885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8424" y="2124197"/>
            <a:ext cx="8161151" cy="43982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2884" y="739205"/>
            <a:ext cx="3542018" cy="4144642"/>
          </a:xfrm>
          <a:prstGeom prst="rect">
            <a:avLst/>
          </a:prstGeom>
          <a:gradFill flip="none" rotWithShape="1">
            <a:gsLst>
              <a:gs pos="1000">
                <a:srgbClr val="EAB1C4"/>
              </a:gs>
              <a:gs pos="100000">
                <a:srgbClr val="2BFFFF"/>
              </a:gs>
            </a:gsLst>
            <a:lin ang="13500000" scaled="1"/>
          </a:gradFill>
          <a:ln>
            <a:noFill/>
          </a:ln>
          <a:effectLst>
            <a:outerShdw blurRad="1270000" dist="635000" dir="8100000" sx="90000" sy="9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5029" y="1467089"/>
            <a:ext cx="2985789" cy="661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页面结构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029" y="2124197"/>
            <a:ext cx="2621250" cy="276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Page structure</a:t>
            </a:r>
            <a:endParaRPr lang="id-ID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059717" y="1187708"/>
            <a:ext cx="60938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95029" y="2408795"/>
            <a:ext cx="2853396" cy="2289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 err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MentorX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主要分为学生端、教师端和管理端三个页面。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课程列表为主要页面结构，用户可在课程列表查看各个课程的章节，以及对应的课件、习题。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学生端有答题、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AI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问答等功能；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教师端有生成课件、生成与批改习题等功能；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管理端则可以查看并修改用户信息，查看学习情况统计和系统信息统计。</a:t>
            </a:r>
          </a:p>
        </p:txBody>
      </p:sp>
      <p:sp>
        <p:nvSpPr>
          <p:cNvPr id="16" name="Isosceles Triangle 15"/>
          <p:cNvSpPr/>
          <p:nvPr/>
        </p:nvSpPr>
        <p:spPr>
          <a:xfrm rot="19800000">
            <a:off x="3159349" y="118575"/>
            <a:ext cx="647903" cy="647901"/>
          </a:xfrm>
          <a:prstGeom prst="triangle">
            <a:avLst>
              <a:gd name="adj" fmla="val 0"/>
            </a:avLst>
          </a:prstGeom>
          <a:noFill/>
          <a:ln w="127000" cap="rnd">
            <a:solidFill>
              <a:schemeClr val="bg1"/>
            </a:solidFill>
            <a:prstDash val="solid"/>
          </a:ln>
          <a:effectLst>
            <a:outerShdw blurRad="317500" dist="152400" dir="8100000" sx="95000" sy="95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7" name="Isosceles Triangle 16"/>
          <p:cNvSpPr/>
          <p:nvPr/>
        </p:nvSpPr>
        <p:spPr>
          <a:xfrm rot="900000">
            <a:off x="2639291" y="645499"/>
            <a:ext cx="244818" cy="244817"/>
          </a:xfrm>
          <a:prstGeom prst="triangle">
            <a:avLst>
              <a:gd name="adj" fmla="val 100000"/>
            </a:avLst>
          </a:prstGeom>
          <a:noFill/>
          <a:ln w="63500" cap="rnd">
            <a:solidFill>
              <a:schemeClr val="bg1"/>
            </a:solidFill>
            <a:prstDash val="solid"/>
          </a:ln>
          <a:effectLst>
            <a:outerShdw blurRad="317500" dist="152400" dir="8100000" sx="95000" sy="95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75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ur="75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ur="75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ur="75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ur="75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ur="75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ur="75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2" grpId="0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8000" contrast="-16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占位符 30">
            <a:extLst>
              <a:ext uri="{FF2B5EF4-FFF2-40B4-BE49-F238E27FC236}">
                <a16:creationId xmlns:a16="http://schemas.microsoft.com/office/drawing/2014/main" id="{957A1B7B-1C24-336F-FDF5-AC4F382BB1D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5"/>
          <a:srcRect l="6175" r="6175"/>
          <a:stretch/>
        </p:blipFill>
        <p:spPr>
          <a:xfrm>
            <a:off x="278296" y="3429000"/>
            <a:ext cx="5817705" cy="3272459"/>
          </a:xfrm>
        </p:spPr>
      </p:pic>
      <p:sp>
        <p:nvSpPr>
          <p:cNvPr id="9" name="Rectangle 8"/>
          <p:cNvSpPr/>
          <p:nvPr/>
        </p:nvSpPr>
        <p:spPr>
          <a:xfrm>
            <a:off x="802016" y="698016"/>
            <a:ext cx="4413732" cy="3154654"/>
          </a:xfrm>
          <a:prstGeom prst="rect">
            <a:avLst/>
          </a:prstGeom>
          <a:gradFill flip="none" rotWithShape="1">
            <a:gsLst>
              <a:gs pos="1000">
                <a:srgbClr val="EAB1C4"/>
              </a:gs>
              <a:gs pos="100000">
                <a:srgbClr val="2BFFFF"/>
              </a:gs>
            </a:gsLst>
            <a:lin ang="13500000" scaled="1"/>
          </a:gradFill>
          <a:ln>
            <a:noFill/>
          </a:ln>
          <a:effectLst>
            <a:outerShdw blurRad="1270000" dist="635000" dir="8100000" sx="90000" sy="9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7191" y="1435113"/>
            <a:ext cx="3685168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数据库设计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7191" y="2452305"/>
            <a:ext cx="2621250" cy="276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Database design</a:t>
            </a:r>
            <a:endParaRPr lang="id-ID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1341879" y="1180183"/>
            <a:ext cx="60938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177191" y="2921609"/>
            <a:ext cx="2985789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数据库共计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8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张表格，核心表格为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user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exercise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与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chapter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，他们与系统的功能密切相关，是系统的核心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5" name="Isosceles Triangle 24"/>
          <p:cNvSpPr/>
          <p:nvPr/>
        </p:nvSpPr>
        <p:spPr>
          <a:xfrm rot="9900000">
            <a:off x="4935166" y="2597659"/>
            <a:ext cx="647903" cy="647901"/>
          </a:xfrm>
          <a:prstGeom prst="triangle">
            <a:avLst>
              <a:gd name="adj" fmla="val 0"/>
            </a:avLst>
          </a:prstGeom>
          <a:noFill/>
          <a:ln w="127000" cap="rnd">
            <a:solidFill>
              <a:schemeClr val="bg1"/>
            </a:solidFill>
            <a:prstDash val="solid"/>
          </a:ln>
          <a:effectLst>
            <a:outerShdw blurRad="317500" dist="152400" dir="8100000" sx="95000" sy="95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6" name="Isosceles Triangle 25"/>
          <p:cNvSpPr/>
          <p:nvPr/>
        </p:nvSpPr>
        <p:spPr>
          <a:xfrm rot="10800000">
            <a:off x="5409286" y="1971407"/>
            <a:ext cx="244818" cy="244817"/>
          </a:xfrm>
          <a:prstGeom prst="triangle">
            <a:avLst>
              <a:gd name="adj" fmla="val 100000"/>
            </a:avLst>
          </a:prstGeom>
          <a:noFill/>
          <a:ln w="63500" cap="rnd">
            <a:solidFill>
              <a:schemeClr val="bg1"/>
            </a:solidFill>
            <a:prstDash val="solid"/>
          </a:ln>
          <a:effectLst>
            <a:outerShdw blurRad="317500" dist="152400" dir="8100000" sx="95000" sy="95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692442" y="4586903"/>
            <a:ext cx="4259552" cy="738344"/>
            <a:chOff x="6692657" y="4587329"/>
            <a:chExt cx="4261093" cy="738613"/>
          </a:xfrm>
        </p:grpSpPr>
        <p:sp>
          <p:nvSpPr>
            <p:cNvPr id="20" name="Rectangle 19"/>
            <p:cNvSpPr/>
            <p:nvPr/>
          </p:nvSpPr>
          <p:spPr>
            <a:xfrm>
              <a:off x="7255549" y="4587329"/>
              <a:ext cx="3698201" cy="73861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Exercise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表格记录教师与学生生成的习题，通过</a:t>
              </a:r>
              <a:r>
                <a:rPr lang="en-US" altLang="zh-CN" sz="12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is_official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表示区分，教师习题所有课程内学生可见，学生自主查漏补缺的习题仅自己可见</a:t>
              </a:r>
              <a:endParaRPr 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6692657" y="4811623"/>
              <a:ext cx="421519" cy="316996"/>
            </a:xfrm>
            <a:custGeom>
              <a:avLst/>
              <a:gdLst>
                <a:gd name="T0" fmla="*/ 192 w 208"/>
                <a:gd name="T1" fmla="*/ 24 h 156"/>
                <a:gd name="T2" fmla="*/ 138 w 208"/>
                <a:gd name="T3" fmla="*/ 24 h 156"/>
                <a:gd name="T4" fmla="*/ 124 w 208"/>
                <a:gd name="T5" fmla="*/ 0 h 156"/>
                <a:gd name="T6" fmla="*/ 80 w 208"/>
                <a:gd name="T7" fmla="*/ 0 h 156"/>
                <a:gd name="T8" fmla="*/ 66 w 208"/>
                <a:gd name="T9" fmla="*/ 24 h 156"/>
                <a:gd name="T10" fmla="*/ 16 w 208"/>
                <a:gd name="T11" fmla="*/ 24 h 156"/>
                <a:gd name="T12" fmla="*/ 0 w 208"/>
                <a:gd name="T13" fmla="*/ 40 h 156"/>
                <a:gd name="T14" fmla="*/ 0 w 208"/>
                <a:gd name="T15" fmla="*/ 140 h 156"/>
                <a:gd name="T16" fmla="*/ 16 w 208"/>
                <a:gd name="T17" fmla="*/ 156 h 156"/>
                <a:gd name="T18" fmla="*/ 192 w 208"/>
                <a:gd name="T19" fmla="*/ 156 h 156"/>
                <a:gd name="T20" fmla="*/ 208 w 208"/>
                <a:gd name="T21" fmla="*/ 140 h 156"/>
                <a:gd name="T22" fmla="*/ 208 w 208"/>
                <a:gd name="T23" fmla="*/ 40 h 156"/>
                <a:gd name="T24" fmla="*/ 192 w 208"/>
                <a:gd name="T25" fmla="*/ 24 h 156"/>
                <a:gd name="T26" fmla="*/ 200 w 208"/>
                <a:gd name="T27" fmla="*/ 140 h 156"/>
                <a:gd name="T28" fmla="*/ 192 w 208"/>
                <a:gd name="T29" fmla="*/ 148 h 156"/>
                <a:gd name="T30" fmla="*/ 16 w 208"/>
                <a:gd name="T31" fmla="*/ 148 h 156"/>
                <a:gd name="T32" fmla="*/ 8 w 208"/>
                <a:gd name="T33" fmla="*/ 140 h 156"/>
                <a:gd name="T34" fmla="*/ 8 w 208"/>
                <a:gd name="T35" fmla="*/ 40 h 156"/>
                <a:gd name="T36" fmla="*/ 16 w 208"/>
                <a:gd name="T37" fmla="*/ 32 h 156"/>
                <a:gd name="T38" fmla="*/ 71 w 208"/>
                <a:gd name="T39" fmla="*/ 32 h 156"/>
                <a:gd name="T40" fmla="*/ 73 w 208"/>
                <a:gd name="T41" fmla="*/ 28 h 156"/>
                <a:gd name="T42" fmla="*/ 85 w 208"/>
                <a:gd name="T43" fmla="*/ 8 h 156"/>
                <a:gd name="T44" fmla="*/ 120 w 208"/>
                <a:gd name="T45" fmla="*/ 8 h 156"/>
                <a:gd name="T46" fmla="*/ 131 w 208"/>
                <a:gd name="T47" fmla="*/ 28 h 156"/>
                <a:gd name="T48" fmla="*/ 133 w 208"/>
                <a:gd name="T49" fmla="*/ 32 h 156"/>
                <a:gd name="T50" fmla="*/ 192 w 208"/>
                <a:gd name="T51" fmla="*/ 32 h 156"/>
                <a:gd name="T52" fmla="*/ 200 w 208"/>
                <a:gd name="T53" fmla="*/ 40 h 156"/>
                <a:gd name="T54" fmla="*/ 200 w 208"/>
                <a:gd name="T55" fmla="*/ 140 h 156"/>
                <a:gd name="T56" fmla="*/ 20 w 208"/>
                <a:gd name="T57" fmla="*/ 20 h 156"/>
                <a:gd name="T58" fmla="*/ 52 w 208"/>
                <a:gd name="T59" fmla="*/ 20 h 156"/>
                <a:gd name="T60" fmla="*/ 56 w 208"/>
                <a:gd name="T61" fmla="*/ 16 h 156"/>
                <a:gd name="T62" fmla="*/ 52 w 208"/>
                <a:gd name="T63" fmla="*/ 12 h 156"/>
                <a:gd name="T64" fmla="*/ 20 w 208"/>
                <a:gd name="T65" fmla="*/ 12 h 156"/>
                <a:gd name="T66" fmla="*/ 16 w 208"/>
                <a:gd name="T67" fmla="*/ 16 h 156"/>
                <a:gd name="T68" fmla="*/ 20 w 208"/>
                <a:gd name="T69" fmla="*/ 20 h 156"/>
                <a:gd name="T70" fmla="*/ 172 w 208"/>
                <a:gd name="T71" fmla="*/ 47 h 156"/>
                <a:gd name="T72" fmla="*/ 161 w 208"/>
                <a:gd name="T73" fmla="*/ 59 h 156"/>
                <a:gd name="T74" fmla="*/ 172 w 208"/>
                <a:gd name="T75" fmla="*/ 71 h 156"/>
                <a:gd name="T76" fmla="*/ 184 w 208"/>
                <a:gd name="T77" fmla="*/ 59 h 156"/>
                <a:gd name="T78" fmla="*/ 172 w 208"/>
                <a:gd name="T79" fmla="*/ 47 h 156"/>
                <a:gd name="T80" fmla="*/ 172 w 208"/>
                <a:gd name="T81" fmla="*/ 63 h 156"/>
                <a:gd name="T82" fmla="*/ 169 w 208"/>
                <a:gd name="T83" fmla="*/ 59 h 156"/>
                <a:gd name="T84" fmla="*/ 172 w 208"/>
                <a:gd name="T85" fmla="*/ 55 h 156"/>
                <a:gd name="T86" fmla="*/ 176 w 208"/>
                <a:gd name="T87" fmla="*/ 59 h 156"/>
                <a:gd name="T88" fmla="*/ 172 w 208"/>
                <a:gd name="T89" fmla="*/ 63 h 156"/>
                <a:gd name="T90" fmla="*/ 99 w 208"/>
                <a:gd name="T91" fmla="*/ 39 h 156"/>
                <a:gd name="T92" fmla="*/ 48 w 208"/>
                <a:gd name="T93" fmla="*/ 89 h 156"/>
                <a:gd name="T94" fmla="*/ 99 w 208"/>
                <a:gd name="T95" fmla="*/ 140 h 156"/>
                <a:gd name="T96" fmla="*/ 150 w 208"/>
                <a:gd name="T97" fmla="*/ 89 h 156"/>
                <a:gd name="T98" fmla="*/ 99 w 208"/>
                <a:gd name="T99" fmla="*/ 39 h 156"/>
                <a:gd name="T100" fmla="*/ 99 w 208"/>
                <a:gd name="T101" fmla="*/ 132 h 156"/>
                <a:gd name="T102" fmla="*/ 56 w 208"/>
                <a:gd name="T103" fmla="*/ 89 h 156"/>
                <a:gd name="T104" fmla="*/ 99 w 208"/>
                <a:gd name="T105" fmla="*/ 47 h 156"/>
                <a:gd name="T106" fmla="*/ 142 w 208"/>
                <a:gd name="T107" fmla="*/ 89 h 156"/>
                <a:gd name="T108" fmla="*/ 99 w 208"/>
                <a:gd name="T109" fmla="*/ 13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156">
                  <a:moveTo>
                    <a:pt x="192" y="24"/>
                  </a:moveTo>
                  <a:cubicBezTo>
                    <a:pt x="138" y="24"/>
                    <a:pt x="138" y="24"/>
                    <a:pt x="138" y="24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7" y="24"/>
                    <a:pt x="0" y="31"/>
                    <a:pt x="0" y="40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49"/>
                    <a:pt x="7" y="156"/>
                    <a:pt x="16" y="156"/>
                  </a:cubicBezTo>
                  <a:cubicBezTo>
                    <a:pt x="192" y="156"/>
                    <a:pt x="192" y="156"/>
                    <a:pt x="192" y="156"/>
                  </a:cubicBezTo>
                  <a:cubicBezTo>
                    <a:pt x="201" y="156"/>
                    <a:pt x="208" y="149"/>
                    <a:pt x="208" y="140"/>
                  </a:cubicBezTo>
                  <a:cubicBezTo>
                    <a:pt x="208" y="40"/>
                    <a:pt x="208" y="40"/>
                    <a:pt x="208" y="40"/>
                  </a:cubicBezTo>
                  <a:cubicBezTo>
                    <a:pt x="208" y="31"/>
                    <a:pt x="201" y="24"/>
                    <a:pt x="192" y="24"/>
                  </a:cubicBezTo>
                  <a:close/>
                  <a:moveTo>
                    <a:pt x="200" y="140"/>
                  </a:moveTo>
                  <a:cubicBezTo>
                    <a:pt x="200" y="144"/>
                    <a:pt x="196" y="148"/>
                    <a:pt x="192" y="148"/>
                  </a:cubicBezTo>
                  <a:cubicBezTo>
                    <a:pt x="16" y="148"/>
                    <a:pt x="16" y="148"/>
                    <a:pt x="16" y="148"/>
                  </a:cubicBezTo>
                  <a:cubicBezTo>
                    <a:pt x="12" y="148"/>
                    <a:pt x="8" y="144"/>
                    <a:pt x="8" y="1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36"/>
                    <a:pt x="12" y="32"/>
                    <a:pt x="16" y="32"/>
                  </a:cubicBezTo>
                  <a:cubicBezTo>
                    <a:pt x="71" y="32"/>
                    <a:pt x="71" y="32"/>
                    <a:pt x="71" y="32"/>
                  </a:cubicBezTo>
                  <a:cubicBezTo>
                    <a:pt x="73" y="28"/>
                    <a:pt x="73" y="28"/>
                    <a:pt x="73" y="2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120" y="8"/>
                    <a:pt x="120" y="8"/>
                    <a:pt x="120" y="8"/>
                  </a:cubicBezTo>
                  <a:cubicBezTo>
                    <a:pt x="131" y="28"/>
                    <a:pt x="131" y="28"/>
                    <a:pt x="131" y="28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92" y="32"/>
                    <a:pt x="192" y="32"/>
                    <a:pt x="192" y="32"/>
                  </a:cubicBezTo>
                  <a:cubicBezTo>
                    <a:pt x="196" y="32"/>
                    <a:pt x="200" y="36"/>
                    <a:pt x="200" y="40"/>
                  </a:cubicBezTo>
                  <a:lnTo>
                    <a:pt x="200" y="140"/>
                  </a:lnTo>
                  <a:close/>
                  <a:moveTo>
                    <a:pt x="20" y="20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4" y="20"/>
                    <a:pt x="56" y="18"/>
                    <a:pt x="56" y="16"/>
                  </a:cubicBezTo>
                  <a:cubicBezTo>
                    <a:pt x="56" y="14"/>
                    <a:pt x="54" y="12"/>
                    <a:pt x="52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8" y="12"/>
                    <a:pt x="16" y="14"/>
                    <a:pt x="16" y="16"/>
                  </a:cubicBezTo>
                  <a:cubicBezTo>
                    <a:pt x="16" y="18"/>
                    <a:pt x="18" y="20"/>
                    <a:pt x="20" y="20"/>
                  </a:cubicBezTo>
                  <a:close/>
                  <a:moveTo>
                    <a:pt x="172" y="47"/>
                  </a:moveTo>
                  <a:cubicBezTo>
                    <a:pt x="166" y="47"/>
                    <a:pt x="161" y="53"/>
                    <a:pt x="161" y="59"/>
                  </a:cubicBezTo>
                  <a:cubicBezTo>
                    <a:pt x="161" y="65"/>
                    <a:pt x="166" y="71"/>
                    <a:pt x="172" y="71"/>
                  </a:cubicBezTo>
                  <a:cubicBezTo>
                    <a:pt x="179" y="71"/>
                    <a:pt x="184" y="65"/>
                    <a:pt x="184" y="59"/>
                  </a:cubicBezTo>
                  <a:cubicBezTo>
                    <a:pt x="184" y="53"/>
                    <a:pt x="179" y="47"/>
                    <a:pt x="172" y="47"/>
                  </a:cubicBezTo>
                  <a:close/>
                  <a:moveTo>
                    <a:pt x="172" y="63"/>
                  </a:moveTo>
                  <a:cubicBezTo>
                    <a:pt x="170" y="63"/>
                    <a:pt x="169" y="61"/>
                    <a:pt x="169" y="59"/>
                  </a:cubicBezTo>
                  <a:cubicBezTo>
                    <a:pt x="169" y="57"/>
                    <a:pt x="170" y="55"/>
                    <a:pt x="172" y="55"/>
                  </a:cubicBezTo>
                  <a:cubicBezTo>
                    <a:pt x="174" y="55"/>
                    <a:pt x="176" y="57"/>
                    <a:pt x="176" y="59"/>
                  </a:cubicBezTo>
                  <a:cubicBezTo>
                    <a:pt x="176" y="61"/>
                    <a:pt x="174" y="63"/>
                    <a:pt x="172" y="63"/>
                  </a:cubicBezTo>
                  <a:close/>
                  <a:moveTo>
                    <a:pt x="99" y="39"/>
                  </a:moveTo>
                  <a:cubicBezTo>
                    <a:pt x="71" y="39"/>
                    <a:pt x="48" y="61"/>
                    <a:pt x="48" y="89"/>
                  </a:cubicBezTo>
                  <a:cubicBezTo>
                    <a:pt x="48" y="117"/>
                    <a:pt x="71" y="140"/>
                    <a:pt x="99" y="140"/>
                  </a:cubicBezTo>
                  <a:cubicBezTo>
                    <a:pt x="127" y="140"/>
                    <a:pt x="150" y="117"/>
                    <a:pt x="150" y="89"/>
                  </a:cubicBezTo>
                  <a:cubicBezTo>
                    <a:pt x="150" y="61"/>
                    <a:pt x="127" y="39"/>
                    <a:pt x="99" y="39"/>
                  </a:cubicBezTo>
                  <a:close/>
                  <a:moveTo>
                    <a:pt x="99" y="132"/>
                  </a:moveTo>
                  <a:cubicBezTo>
                    <a:pt x="75" y="132"/>
                    <a:pt x="56" y="113"/>
                    <a:pt x="56" y="89"/>
                  </a:cubicBezTo>
                  <a:cubicBezTo>
                    <a:pt x="56" y="66"/>
                    <a:pt x="75" y="47"/>
                    <a:pt x="99" y="47"/>
                  </a:cubicBezTo>
                  <a:cubicBezTo>
                    <a:pt x="123" y="47"/>
                    <a:pt x="142" y="66"/>
                    <a:pt x="142" y="89"/>
                  </a:cubicBezTo>
                  <a:cubicBezTo>
                    <a:pt x="142" y="113"/>
                    <a:pt x="123" y="132"/>
                    <a:pt x="99" y="132"/>
                  </a:cubicBezTo>
                  <a:close/>
                </a:path>
              </a:pathLst>
            </a:custGeom>
            <a:gradFill>
              <a:gsLst>
                <a:gs pos="1000">
                  <a:srgbClr val="EAB1C4"/>
                </a:gs>
                <a:gs pos="100000">
                  <a:srgbClr val="2BFFFF"/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715672" y="4019345"/>
            <a:ext cx="4236321" cy="516745"/>
            <a:chOff x="6715896" y="4019556"/>
            <a:chExt cx="4237854" cy="516932"/>
          </a:xfrm>
        </p:grpSpPr>
        <p:sp>
          <p:nvSpPr>
            <p:cNvPr id="18" name="Rectangle 17"/>
            <p:cNvSpPr/>
            <p:nvPr/>
          </p:nvSpPr>
          <p:spPr>
            <a:xfrm>
              <a:off x="7255549" y="4019556"/>
              <a:ext cx="3698201" cy="51693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User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表格以</a:t>
              </a:r>
              <a:r>
                <a:rPr lang="en-US" altLang="zh-CN" sz="1200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user_id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为主键，通过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type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字段区分教师、学生、管理员三类不同用户</a:t>
              </a:r>
              <a:endParaRPr 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9" name="Freeform 54"/>
            <p:cNvSpPr>
              <a:spLocks noEditPoints="1"/>
            </p:cNvSpPr>
            <p:nvPr/>
          </p:nvSpPr>
          <p:spPr bwMode="auto">
            <a:xfrm>
              <a:off x="6715896" y="4094420"/>
              <a:ext cx="367206" cy="367204"/>
            </a:xfrm>
            <a:custGeom>
              <a:avLst/>
              <a:gdLst>
                <a:gd name="T0" fmla="*/ 100 w 200"/>
                <a:gd name="T1" fmla="*/ 0 h 200"/>
                <a:gd name="T2" fmla="*/ 100 w 200"/>
                <a:gd name="T3" fmla="*/ 0 h 200"/>
                <a:gd name="T4" fmla="*/ 100 w 200"/>
                <a:gd name="T5" fmla="*/ 200 h 200"/>
                <a:gd name="T6" fmla="*/ 100 w 200"/>
                <a:gd name="T7" fmla="*/ 200 h 200"/>
                <a:gd name="T8" fmla="*/ 200 w 200"/>
                <a:gd name="T9" fmla="*/ 100 h 200"/>
                <a:gd name="T10" fmla="*/ 104 w 200"/>
                <a:gd name="T11" fmla="*/ 59 h 200"/>
                <a:gd name="T12" fmla="*/ 140 w 200"/>
                <a:gd name="T13" fmla="*/ 96 h 200"/>
                <a:gd name="T14" fmla="*/ 104 w 200"/>
                <a:gd name="T15" fmla="*/ 59 h 200"/>
                <a:gd name="T16" fmla="*/ 104 w 200"/>
                <a:gd name="T17" fmla="*/ 8 h 200"/>
                <a:gd name="T18" fmla="*/ 104 w 200"/>
                <a:gd name="T19" fmla="*/ 51 h 200"/>
                <a:gd name="T20" fmla="*/ 96 w 200"/>
                <a:gd name="T21" fmla="*/ 51 h 200"/>
                <a:gd name="T22" fmla="*/ 96 w 200"/>
                <a:gd name="T23" fmla="*/ 8 h 200"/>
                <a:gd name="T24" fmla="*/ 96 w 200"/>
                <a:gd name="T25" fmla="*/ 96 h 200"/>
                <a:gd name="T26" fmla="*/ 65 w 200"/>
                <a:gd name="T27" fmla="*/ 55 h 200"/>
                <a:gd name="T28" fmla="*/ 52 w 200"/>
                <a:gd name="T29" fmla="*/ 96 h 200"/>
                <a:gd name="T30" fmla="*/ 29 w 200"/>
                <a:gd name="T31" fmla="*/ 41 h 200"/>
                <a:gd name="T32" fmla="*/ 52 w 200"/>
                <a:gd name="T33" fmla="*/ 96 h 200"/>
                <a:gd name="T34" fmla="*/ 57 w 200"/>
                <a:gd name="T35" fmla="*/ 146 h 200"/>
                <a:gd name="T36" fmla="*/ 8 w 200"/>
                <a:gd name="T37" fmla="*/ 104 h 200"/>
                <a:gd name="T38" fmla="*/ 60 w 200"/>
                <a:gd name="T39" fmla="*/ 104 h 200"/>
                <a:gd name="T40" fmla="*/ 96 w 200"/>
                <a:gd name="T41" fmla="*/ 140 h 200"/>
                <a:gd name="T42" fmla="*/ 60 w 200"/>
                <a:gd name="T43" fmla="*/ 104 h 200"/>
                <a:gd name="T44" fmla="*/ 96 w 200"/>
                <a:gd name="T45" fmla="*/ 191 h 200"/>
                <a:gd name="T46" fmla="*/ 96 w 200"/>
                <a:gd name="T47" fmla="*/ 148 h 200"/>
                <a:gd name="T48" fmla="*/ 104 w 200"/>
                <a:gd name="T49" fmla="*/ 148 h 200"/>
                <a:gd name="T50" fmla="*/ 104 w 200"/>
                <a:gd name="T51" fmla="*/ 191 h 200"/>
                <a:gd name="T52" fmla="*/ 104 w 200"/>
                <a:gd name="T53" fmla="*/ 104 h 200"/>
                <a:gd name="T54" fmla="*/ 135 w 200"/>
                <a:gd name="T55" fmla="*/ 144 h 200"/>
                <a:gd name="T56" fmla="*/ 148 w 200"/>
                <a:gd name="T57" fmla="*/ 104 h 200"/>
                <a:gd name="T58" fmla="*/ 171 w 200"/>
                <a:gd name="T59" fmla="*/ 158 h 200"/>
                <a:gd name="T60" fmla="*/ 148 w 200"/>
                <a:gd name="T61" fmla="*/ 104 h 200"/>
                <a:gd name="T62" fmla="*/ 143 w 200"/>
                <a:gd name="T63" fmla="*/ 53 h 200"/>
                <a:gd name="T64" fmla="*/ 192 w 200"/>
                <a:gd name="T65" fmla="*/ 96 h 200"/>
                <a:gd name="T66" fmla="*/ 166 w 200"/>
                <a:gd name="T67" fmla="*/ 35 h 200"/>
                <a:gd name="T68" fmla="*/ 121 w 200"/>
                <a:gd name="T69" fmla="*/ 10 h 200"/>
                <a:gd name="T70" fmla="*/ 78 w 200"/>
                <a:gd name="T71" fmla="*/ 10 h 200"/>
                <a:gd name="T72" fmla="*/ 34 w 200"/>
                <a:gd name="T73" fmla="*/ 35 h 200"/>
                <a:gd name="T74" fmla="*/ 34 w 200"/>
                <a:gd name="T75" fmla="*/ 164 h 200"/>
                <a:gd name="T76" fmla="*/ 78 w 200"/>
                <a:gd name="T77" fmla="*/ 189 h 200"/>
                <a:gd name="T78" fmla="*/ 121 w 200"/>
                <a:gd name="T79" fmla="*/ 189 h 200"/>
                <a:gd name="T80" fmla="*/ 166 w 200"/>
                <a:gd name="T81" fmla="*/ 16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0" h="200">
                  <a:moveTo>
                    <a:pt x="100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45" y="0"/>
                    <a:pt x="0" y="44"/>
                    <a:pt x="0" y="100"/>
                  </a:cubicBezTo>
                  <a:cubicBezTo>
                    <a:pt x="0" y="155"/>
                    <a:pt x="45" y="199"/>
                    <a:pt x="100" y="200"/>
                  </a:cubicBezTo>
                  <a:cubicBezTo>
                    <a:pt x="100" y="200"/>
                    <a:pt x="100" y="200"/>
                    <a:pt x="100" y="200"/>
                  </a:cubicBezTo>
                  <a:cubicBezTo>
                    <a:pt x="100" y="200"/>
                    <a:pt x="100" y="200"/>
                    <a:pt x="100" y="200"/>
                  </a:cubicBezTo>
                  <a:cubicBezTo>
                    <a:pt x="100" y="200"/>
                    <a:pt x="100" y="200"/>
                    <a:pt x="100" y="200"/>
                  </a:cubicBezTo>
                  <a:cubicBezTo>
                    <a:pt x="155" y="200"/>
                    <a:pt x="200" y="155"/>
                    <a:pt x="200" y="100"/>
                  </a:cubicBezTo>
                  <a:cubicBezTo>
                    <a:pt x="200" y="44"/>
                    <a:pt x="155" y="0"/>
                    <a:pt x="100" y="0"/>
                  </a:cubicBezTo>
                  <a:close/>
                  <a:moveTo>
                    <a:pt x="104" y="59"/>
                  </a:moveTo>
                  <a:cubicBezTo>
                    <a:pt x="115" y="59"/>
                    <a:pt x="125" y="58"/>
                    <a:pt x="135" y="55"/>
                  </a:cubicBezTo>
                  <a:cubicBezTo>
                    <a:pt x="138" y="67"/>
                    <a:pt x="140" y="81"/>
                    <a:pt x="140" y="96"/>
                  </a:cubicBezTo>
                  <a:cubicBezTo>
                    <a:pt x="104" y="96"/>
                    <a:pt x="104" y="96"/>
                    <a:pt x="104" y="96"/>
                  </a:cubicBezTo>
                  <a:lnTo>
                    <a:pt x="104" y="59"/>
                  </a:lnTo>
                  <a:close/>
                  <a:moveTo>
                    <a:pt x="104" y="51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15" y="11"/>
                    <a:pt x="126" y="26"/>
                    <a:pt x="133" y="48"/>
                  </a:cubicBezTo>
                  <a:cubicBezTo>
                    <a:pt x="123" y="50"/>
                    <a:pt x="114" y="51"/>
                    <a:pt x="104" y="51"/>
                  </a:cubicBezTo>
                  <a:close/>
                  <a:moveTo>
                    <a:pt x="96" y="8"/>
                  </a:moveTo>
                  <a:cubicBezTo>
                    <a:pt x="96" y="51"/>
                    <a:pt x="96" y="51"/>
                    <a:pt x="96" y="51"/>
                  </a:cubicBezTo>
                  <a:cubicBezTo>
                    <a:pt x="86" y="51"/>
                    <a:pt x="76" y="50"/>
                    <a:pt x="67" y="48"/>
                  </a:cubicBezTo>
                  <a:cubicBezTo>
                    <a:pt x="74" y="25"/>
                    <a:pt x="85" y="11"/>
                    <a:pt x="96" y="8"/>
                  </a:cubicBezTo>
                  <a:close/>
                  <a:moveTo>
                    <a:pt x="96" y="59"/>
                  </a:moveTo>
                  <a:cubicBezTo>
                    <a:pt x="96" y="96"/>
                    <a:pt x="96" y="96"/>
                    <a:pt x="96" y="96"/>
                  </a:cubicBezTo>
                  <a:cubicBezTo>
                    <a:pt x="60" y="96"/>
                    <a:pt x="60" y="96"/>
                    <a:pt x="60" y="96"/>
                  </a:cubicBezTo>
                  <a:cubicBezTo>
                    <a:pt x="60" y="81"/>
                    <a:pt x="62" y="67"/>
                    <a:pt x="65" y="55"/>
                  </a:cubicBezTo>
                  <a:cubicBezTo>
                    <a:pt x="75" y="58"/>
                    <a:pt x="85" y="59"/>
                    <a:pt x="96" y="59"/>
                  </a:cubicBezTo>
                  <a:close/>
                  <a:moveTo>
                    <a:pt x="52" y="96"/>
                  </a:moveTo>
                  <a:cubicBezTo>
                    <a:pt x="8" y="96"/>
                    <a:pt x="8" y="96"/>
                    <a:pt x="8" y="96"/>
                  </a:cubicBezTo>
                  <a:cubicBezTo>
                    <a:pt x="9" y="75"/>
                    <a:pt x="17" y="56"/>
                    <a:pt x="29" y="41"/>
                  </a:cubicBezTo>
                  <a:cubicBezTo>
                    <a:pt x="38" y="46"/>
                    <a:pt x="47" y="50"/>
                    <a:pt x="57" y="53"/>
                  </a:cubicBezTo>
                  <a:cubicBezTo>
                    <a:pt x="54" y="66"/>
                    <a:pt x="52" y="80"/>
                    <a:pt x="52" y="96"/>
                  </a:cubicBezTo>
                  <a:close/>
                  <a:moveTo>
                    <a:pt x="52" y="104"/>
                  </a:moveTo>
                  <a:cubicBezTo>
                    <a:pt x="52" y="119"/>
                    <a:pt x="54" y="133"/>
                    <a:pt x="57" y="146"/>
                  </a:cubicBezTo>
                  <a:cubicBezTo>
                    <a:pt x="47" y="149"/>
                    <a:pt x="38" y="153"/>
                    <a:pt x="29" y="158"/>
                  </a:cubicBezTo>
                  <a:cubicBezTo>
                    <a:pt x="17" y="143"/>
                    <a:pt x="9" y="124"/>
                    <a:pt x="8" y="104"/>
                  </a:cubicBezTo>
                  <a:lnTo>
                    <a:pt x="52" y="104"/>
                  </a:lnTo>
                  <a:close/>
                  <a:moveTo>
                    <a:pt x="60" y="104"/>
                  </a:moveTo>
                  <a:cubicBezTo>
                    <a:pt x="96" y="104"/>
                    <a:pt x="96" y="104"/>
                    <a:pt x="96" y="104"/>
                  </a:cubicBezTo>
                  <a:cubicBezTo>
                    <a:pt x="96" y="140"/>
                    <a:pt x="96" y="140"/>
                    <a:pt x="96" y="140"/>
                  </a:cubicBezTo>
                  <a:cubicBezTo>
                    <a:pt x="85" y="140"/>
                    <a:pt x="75" y="141"/>
                    <a:pt x="65" y="144"/>
                  </a:cubicBezTo>
                  <a:cubicBezTo>
                    <a:pt x="62" y="132"/>
                    <a:pt x="60" y="118"/>
                    <a:pt x="60" y="104"/>
                  </a:cubicBezTo>
                  <a:close/>
                  <a:moveTo>
                    <a:pt x="96" y="148"/>
                  </a:moveTo>
                  <a:cubicBezTo>
                    <a:pt x="96" y="191"/>
                    <a:pt x="96" y="191"/>
                    <a:pt x="96" y="191"/>
                  </a:cubicBezTo>
                  <a:cubicBezTo>
                    <a:pt x="85" y="188"/>
                    <a:pt x="74" y="174"/>
                    <a:pt x="67" y="152"/>
                  </a:cubicBezTo>
                  <a:cubicBezTo>
                    <a:pt x="76" y="149"/>
                    <a:pt x="86" y="148"/>
                    <a:pt x="96" y="148"/>
                  </a:cubicBezTo>
                  <a:close/>
                  <a:moveTo>
                    <a:pt x="104" y="191"/>
                  </a:moveTo>
                  <a:cubicBezTo>
                    <a:pt x="104" y="148"/>
                    <a:pt x="104" y="148"/>
                    <a:pt x="104" y="148"/>
                  </a:cubicBezTo>
                  <a:cubicBezTo>
                    <a:pt x="114" y="148"/>
                    <a:pt x="123" y="149"/>
                    <a:pt x="133" y="152"/>
                  </a:cubicBezTo>
                  <a:cubicBezTo>
                    <a:pt x="126" y="174"/>
                    <a:pt x="115" y="188"/>
                    <a:pt x="104" y="191"/>
                  </a:cubicBezTo>
                  <a:close/>
                  <a:moveTo>
                    <a:pt x="104" y="140"/>
                  </a:moveTo>
                  <a:cubicBezTo>
                    <a:pt x="104" y="104"/>
                    <a:pt x="104" y="104"/>
                    <a:pt x="104" y="104"/>
                  </a:cubicBezTo>
                  <a:cubicBezTo>
                    <a:pt x="140" y="104"/>
                    <a:pt x="140" y="104"/>
                    <a:pt x="140" y="104"/>
                  </a:cubicBezTo>
                  <a:cubicBezTo>
                    <a:pt x="140" y="118"/>
                    <a:pt x="138" y="132"/>
                    <a:pt x="135" y="144"/>
                  </a:cubicBezTo>
                  <a:cubicBezTo>
                    <a:pt x="125" y="141"/>
                    <a:pt x="115" y="140"/>
                    <a:pt x="104" y="140"/>
                  </a:cubicBezTo>
                  <a:close/>
                  <a:moveTo>
                    <a:pt x="148" y="104"/>
                  </a:moveTo>
                  <a:cubicBezTo>
                    <a:pt x="192" y="104"/>
                    <a:pt x="192" y="104"/>
                    <a:pt x="192" y="104"/>
                  </a:cubicBezTo>
                  <a:cubicBezTo>
                    <a:pt x="191" y="124"/>
                    <a:pt x="183" y="143"/>
                    <a:pt x="171" y="158"/>
                  </a:cubicBezTo>
                  <a:cubicBezTo>
                    <a:pt x="162" y="153"/>
                    <a:pt x="153" y="149"/>
                    <a:pt x="143" y="146"/>
                  </a:cubicBezTo>
                  <a:cubicBezTo>
                    <a:pt x="146" y="133"/>
                    <a:pt x="148" y="119"/>
                    <a:pt x="148" y="104"/>
                  </a:cubicBezTo>
                  <a:close/>
                  <a:moveTo>
                    <a:pt x="148" y="96"/>
                  </a:moveTo>
                  <a:cubicBezTo>
                    <a:pt x="148" y="80"/>
                    <a:pt x="146" y="66"/>
                    <a:pt x="143" y="53"/>
                  </a:cubicBezTo>
                  <a:cubicBezTo>
                    <a:pt x="153" y="50"/>
                    <a:pt x="162" y="46"/>
                    <a:pt x="171" y="41"/>
                  </a:cubicBezTo>
                  <a:cubicBezTo>
                    <a:pt x="183" y="56"/>
                    <a:pt x="191" y="75"/>
                    <a:pt x="192" y="96"/>
                  </a:cubicBezTo>
                  <a:lnTo>
                    <a:pt x="148" y="96"/>
                  </a:lnTo>
                  <a:close/>
                  <a:moveTo>
                    <a:pt x="166" y="35"/>
                  </a:moveTo>
                  <a:cubicBezTo>
                    <a:pt x="158" y="39"/>
                    <a:pt x="149" y="43"/>
                    <a:pt x="140" y="46"/>
                  </a:cubicBezTo>
                  <a:cubicBezTo>
                    <a:pt x="136" y="30"/>
                    <a:pt x="129" y="18"/>
                    <a:pt x="121" y="10"/>
                  </a:cubicBezTo>
                  <a:cubicBezTo>
                    <a:pt x="138" y="14"/>
                    <a:pt x="154" y="23"/>
                    <a:pt x="166" y="35"/>
                  </a:cubicBezTo>
                  <a:close/>
                  <a:moveTo>
                    <a:pt x="78" y="10"/>
                  </a:moveTo>
                  <a:cubicBezTo>
                    <a:pt x="71" y="18"/>
                    <a:pt x="64" y="30"/>
                    <a:pt x="59" y="45"/>
                  </a:cubicBezTo>
                  <a:cubicBezTo>
                    <a:pt x="51" y="43"/>
                    <a:pt x="42" y="39"/>
                    <a:pt x="34" y="35"/>
                  </a:cubicBezTo>
                  <a:cubicBezTo>
                    <a:pt x="46" y="23"/>
                    <a:pt x="61" y="14"/>
                    <a:pt x="78" y="10"/>
                  </a:cubicBezTo>
                  <a:close/>
                  <a:moveTo>
                    <a:pt x="34" y="164"/>
                  </a:moveTo>
                  <a:cubicBezTo>
                    <a:pt x="42" y="160"/>
                    <a:pt x="51" y="156"/>
                    <a:pt x="59" y="154"/>
                  </a:cubicBezTo>
                  <a:cubicBezTo>
                    <a:pt x="64" y="169"/>
                    <a:pt x="71" y="181"/>
                    <a:pt x="78" y="189"/>
                  </a:cubicBezTo>
                  <a:cubicBezTo>
                    <a:pt x="61" y="185"/>
                    <a:pt x="46" y="176"/>
                    <a:pt x="34" y="164"/>
                  </a:cubicBezTo>
                  <a:close/>
                  <a:moveTo>
                    <a:pt x="121" y="189"/>
                  </a:moveTo>
                  <a:cubicBezTo>
                    <a:pt x="129" y="181"/>
                    <a:pt x="136" y="169"/>
                    <a:pt x="140" y="154"/>
                  </a:cubicBezTo>
                  <a:cubicBezTo>
                    <a:pt x="149" y="156"/>
                    <a:pt x="158" y="160"/>
                    <a:pt x="166" y="164"/>
                  </a:cubicBezTo>
                  <a:cubicBezTo>
                    <a:pt x="154" y="176"/>
                    <a:pt x="138" y="185"/>
                    <a:pt x="121" y="189"/>
                  </a:cubicBezTo>
                  <a:close/>
                </a:path>
              </a:pathLst>
            </a:custGeom>
            <a:gradFill>
              <a:gsLst>
                <a:gs pos="1000">
                  <a:srgbClr val="EAB1C4"/>
                </a:gs>
                <a:gs pos="100000">
                  <a:srgbClr val="2BFFFF"/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692442" y="5362600"/>
            <a:ext cx="4259552" cy="738344"/>
            <a:chOff x="6692657" y="5363295"/>
            <a:chExt cx="4261093" cy="738611"/>
          </a:xfrm>
        </p:grpSpPr>
        <p:sp>
          <p:nvSpPr>
            <p:cNvPr id="22" name="Rectangle 21"/>
            <p:cNvSpPr/>
            <p:nvPr/>
          </p:nvSpPr>
          <p:spPr>
            <a:xfrm>
              <a:off x="7255549" y="5363295"/>
              <a:ext cx="3698201" cy="738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Chapter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表格存储大模型根据知识库生成的教案，教师、管理员可以对教案进行编辑、导出为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word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；学生可以查看已选科目的教案，进行回顾学习</a:t>
              </a:r>
              <a:endParaRPr 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30" name="Freeform 99"/>
            <p:cNvSpPr>
              <a:spLocks noEditPoints="1"/>
            </p:cNvSpPr>
            <p:nvPr/>
          </p:nvSpPr>
          <p:spPr bwMode="auto">
            <a:xfrm>
              <a:off x="6692657" y="5562189"/>
              <a:ext cx="364550" cy="336976"/>
            </a:xfrm>
            <a:custGeom>
              <a:avLst/>
              <a:gdLst>
                <a:gd name="T0" fmla="*/ 200 w 200"/>
                <a:gd name="T1" fmla="*/ 0 h 184"/>
                <a:gd name="T2" fmla="*/ 0 w 200"/>
                <a:gd name="T3" fmla="*/ 74 h 184"/>
                <a:gd name="T4" fmla="*/ 64 w 200"/>
                <a:gd name="T5" fmla="*/ 123 h 184"/>
                <a:gd name="T6" fmla="*/ 64 w 200"/>
                <a:gd name="T7" fmla="*/ 154 h 184"/>
                <a:gd name="T8" fmla="*/ 65 w 200"/>
                <a:gd name="T9" fmla="*/ 156 h 184"/>
                <a:gd name="T10" fmla="*/ 65 w 200"/>
                <a:gd name="T11" fmla="*/ 157 h 184"/>
                <a:gd name="T12" fmla="*/ 69 w 200"/>
                <a:gd name="T13" fmla="*/ 159 h 184"/>
                <a:gd name="T14" fmla="*/ 71 w 200"/>
                <a:gd name="T15" fmla="*/ 158 h 184"/>
                <a:gd name="T16" fmla="*/ 93 w 200"/>
                <a:gd name="T17" fmla="*/ 144 h 184"/>
                <a:gd name="T18" fmla="*/ 147 w 200"/>
                <a:gd name="T19" fmla="*/ 184 h 184"/>
                <a:gd name="T20" fmla="*/ 200 w 200"/>
                <a:gd name="T21" fmla="*/ 0 h 184"/>
                <a:gd name="T22" fmla="*/ 178 w 200"/>
                <a:gd name="T23" fmla="*/ 17 h 184"/>
                <a:gd name="T24" fmla="*/ 70 w 200"/>
                <a:gd name="T25" fmla="*/ 117 h 184"/>
                <a:gd name="T26" fmla="*/ 17 w 200"/>
                <a:gd name="T27" fmla="*/ 77 h 184"/>
                <a:gd name="T28" fmla="*/ 178 w 200"/>
                <a:gd name="T29" fmla="*/ 17 h 184"/>
                <a:gd name="T30" fmla="*/ 72 w 200"/>
                <a:gd name="T31" fmla="*/ 148 h 184"/>
                <a:gd name="T32" fmla="*/ 72 w 200"/>
                <a:gd name="T33" fmla="*/ 129 h 184"/>
                <a:gd name="T34" fmla="*/ 87 w 200"/>
                <a:gd name="T35" fmla="*/ 139 h 184"/>
                <a:gd name="T36" fmla="*/ 72 w 200"/>
                <a:gd name="T37" fmla="*/ 148 h 184"/>
                <a:gd name="T38" fmla="*/ 77 w 200"/>
                <a:gd name="T39" fmla="*/ 122 h 184"/>
                <a:gd name="T40" fmla="*/ 186 w 200"/>
                <a:gd name="T41" fmla="*/ 21 h 184"/>
                <a:gd name="T42" fmla="*/ 142 w 200"/>
                <a:gd name="T43" fmla="*/ 171 h 184"/>
                <a:gd name="T44" fmla="*/ 77 w 200"/>
                <a:gd name="T45" fmla="*/ 122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0" h="184">
                  <a:moveTo>
                    <a:pt x="200" y="0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64" y="123"/>
                    <a:pt x="64" y="123"/>
                    <a:pt x="64" y="123"/>
                  </a:cubicBezTo>
                  <a:cubicBezTo>
                    <a:pt x="64" y="154"/>
                    <a:pt x="64" y="154"/>
                    <a:pt x="64" y="154"/>
                  </a:cubicBezTo>
                  <a:cubicBezTo>
                    <a:pt x="64" y="155"/>
                    <a:pt x="65" y="156"/>
                    <a:pt x="65" y="156"/>
                  </a:cubicBezTo>
                  <a:cubicBezTo>
                    <a:pt x="65" y="156"/>
                    <a:pt x="65" y="157"/>
                    <a:pt x="65" y="157"/>
                  </a:cubicBezTo>
                  <a:cubicBezTo>
                    <a:pt x="66" y="158"/>
                    <a:pt x="67" y="159"/>
                    <a:pt x="69" y="159"/>
                  </a:cubicBezTo>
                  <a:cubicBezTo>
                    <a:pt x="69" y="159"/>
                    <a:pt x="70" y="159"/>
                    <a:pt x="71" y="158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47" y="184"/>
                    <a:pt x="147" y="184"/>
                    <a:pt x="147" y="184"/>
                  </a:cubicBezTo>
                  <a:lnTo>
                    <a:pt x="200" y="0"/>
                  </a:lnTo>
                  <a:close/>
                  <a:moveTo>
                    <a:pt x="178" y="17"/>
                  </a:moveTo>
                  <a:cubicBezTo>
                    <a:pt x="70" y="117"/>
                    <a:pt x="70" y="117"/>
                    <a:pt x="70" y="117"/>
                  </a:cubicBezTo>
                  <a:cubicBezTo>
                    <a:pt x="17" y="77"/>
                    <a:pt x="17" y="77"/>
                    <a:pt x="17" y="77"/>
                  </a:cubicBezTo>
                  <a:lnTo>
                    <a:pt x="178" y="17"/>
                  </a:lnTo>
                  <a:close/>
                  <a:moveTo>
                    <a:pt x="72" y="148"/>
                  </a:moveTo>
                  <a:cubicBezTo>
                    <a:pt x="72" y="129"/>
                    <a:pt x="72" y="129"/>
                    <a:pt x="72" y="129"/>
                  </a:cubicBezTo>
                  <a:cubicBezTo>
                    <a:pt x="87" y="139"/>
                    <a:pt x="87" y="139"/>
                    <a:pt x="87" y="139"/>
                  </a:cubicBezTo>
                  <a:lnTo>
                    <a:pt x="72" y="148"/>
                  </a:lnTo>
                  <a:close/>
                  <a:moveTo>
                    <a:pt x="77" y="122"/>
                  </a:moveTo>
                  <a:cubicBezTo>
                    <a:pt x="186" y="21"/>
                    <a:pt x="186" y="21"/>
                    <a:pt x="186" y="21"/>
                  </a:cubicBezTo>
                  <a:cubicBezTo>
                    <a:pt x="142" y="171"/>
                    <a:pt x="142" y="171"/>
                    <a:pt x="142" y="171"/>
                  </a:cubicBezTo>
                  <a:lnTo>
                    <a:pt x="77" y="122"/>
                  </a:lnTo>
                  <a:close/>
                </a:path>
              </a:pathLst>
            </a:custGeom>
            <a:gradFill>
              <a:gsLst>
                <a:gs pos="1000">
                  <a:srgbClr val="EAB1C4"/>
                </a:gs>
                <a:gs pos="100000">
                  <a:srgbClr val="2BFFFF"/>
                </a:gs>
              </a:gsLst>
              <a:lin ang="13500000" scaled="1"/>
            </a:gra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pic>
        <p:nvPicPr>
          <p:cNvPr id="24" name="图片占位符 23">
            <a:extLst>
              <a:ext uri="{FF2B5EF4-FFF2-40B4-BE49-F238E27FC236}">
                <a16:creationId xmlns:a16="http://schemas.microsoft.com/office/drawing/2014/main" id="{6BC076DB-56B2-34FF-ED74-5E3F2DB2C9F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/>
          <a:srcRect l="4323" r="4323"/>
          <a:stretch/>
        </p:blipFill>
        <p:spPr>
          <a:xfrm>
            <a:off x="6096000" y="208721"/>
            <a:ext cx="5724940" cy="3220278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ur="75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ur="750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ur="750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5" grpId="0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8000" contrast="-16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/>
          <p:cNvSpPr/>
          <p:nvPr/>
        </p:nvSpPr>
        <p:spPr>
          <a:xfrm>
            <a:off x="843360" y="1830556"/>
            <a:ext cx="3404067" cy="1934890"/>
          </a:xfrm>
          <a:prstGeom prst="roundRect">
            <a:avLst>
              <a:gd name="adj" fmla="val 712"/>
            </a:avLst>
          </a:prstGeom>
          <a:solidFill>
            <a:schemeClr val="bg1">
              <a:alpha val="2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0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8" name="Freeform 16"/>
          <p:cNvSpPr>
            <a:spLocks noEditPoints="1"/>
          </p:cNvSpPr>
          <p:nvPr/>
        </p:nvSpPr>
        <p:spPr bwMode="auto">
          <a:xfrm>
            <a:off x="2337284" y="2162136"/>
            <a:ext cx="416219" cy="385206"/>
          </a:xfrm>
          <a:custGeom>
            <a:avLst/>
            <a:gdLst>
              <a:gd name="T0" fmla="*/ 136 w 216"/>
              <a:gd name="T1" fmla="*/ 44 h 200"/>
              <a:gd name="T2" fmla="*/ 84 w 216"/>
              <a:gd name="T3" fmla="*/ 16 h 200"/>
              <a:gd name="T4" fmla="*/ 92 w 216"/>
              <a:gd name="T5" fmla="*/ 24 h 200"/>
              <a:gd name="T6" fmla="*/ 128 w 216"/>
              <a:gd name="T7" fmla="*/ 36 h 200"/>
              <a:gd name="T8" fmla="*/ 92 w 216"/>
              <a:gd name="T9" fmla="*/ 24 h 200"/>
              <a:gd name="T10" fmla="*/ 152 w 216"/>
              <a:gd name="T11" fmla="*/ 36 h 200"/>
              <a:gd name="T12" fmla="*/ 132 w 216"/>
              <a:gd name="T13" fmla="*/ 0 h 200"/>
              <a:gd name="T14" fmla="*/ 68 w 216"/>
              <a:gd name="T15" fmla="*/ 20 h 200"/>
              <a:gd name="T16" fmla="*/ 56 w 216"/>
              <a:gd name="T17" fmla="*/ 36 h 200"/>
              <a:gd name="T18" fmla="*/ 20 w 216"/>
              <a:gd name="T19" fmla="*/ 24 h 200"/>
              <a:gd name="T20" fmla="*/ 0 w 216"/>
              <a:gd name="T21" fmla="*/ 56 h 200"/>
              <a:gd name="T22" fmla="*/ 20 w 216"/>
              <a:gd name="T23" fmla="*/ 172 h 200"/>
              <a:gd name="T24" fmla="*/ 109 w 216"/>
              <a:gd name="T25" fmla="*/ 200 h 200"/>
              <a:gd name="T26" fmla="*/ 196 w 216"/>
              <a:gd name="T27" fmla="*/ 172 h 200"/>
              <a:gd name="T28" fmla="*/ 216 w 216"/>
              <a:gd name="T29" fmla="*/ 56 h 200"/>
              <a:gd name="T30" fmla="*/ 28 w 216"/>
              <a:gd name="T31" fmla="*/ 32 h 200"/>
              <a:gd name="T32" fmla="*/ 48 w 216"/>
              <a:gd name="T33" fmla="*/ 36 h 200"/>
              <a:gd name="T34" fmla="*/ 28 w 216"/>
              <a:gd name="T35" fmla="*/ 32 h 200"/>
              <a:gd name="T36" fmla="*/ 162 w 216"/>
              <a:gd name="T37" fmla="*/ 144 h 200"/>
              <a:gd name="T38" fmla="*/ 62 w 216"/>
              <a:gd name="T39" fmla="*/ 165 h 200"/>
              <a:gd name="T40" fmla="*/ 60 w 216"/>
              <a:gd name="T41" fmla="*/ 161 h 200"/>
              <a:gd name="T42" fmla="*/ 58 w 216"/>
              <a:gd name="T43" fmla="*/ 155 h 200"/>
              <a:gd name="T44" fmla="*/ 56 w 216"/>
              <a:gd name="T45" fmla="*/ 151 h 200"/>
              <a:gd name="T46" fmla="*/ 55 w 216"/>
              <a:gd name="T47" fmla="*/ 145 h 200"/>
              <a:gd name="T48" fmla="*/ 55 w 216"/>
              <a:gd name="T49" fmla="*/ 138 h 200"/>
              <a:gd name="T50" fmla="*/ 163 w 216"/>
              <a:gd name="T51" fmla="*/ 138 h 200"/>
              <a:gd name="T52" fmla="*/ 208 w 216"/>
              <a:gd name="T53" fmla="*/ 152 h 200"/>
              <a:gd name="T54" fmla="*/ 165 w 216"/>
              <a:gd name="T55" fmla="*/ 164 h 200"/>
              <a:gd name="T56" fmla="*/ 171 w 216"/>
              <a:gd name="T57" fmla="*/ 138 h 200"/>
              <a:gd name="T58" fmla="*/ 47 w 216"/>
              <a:gd name="T59" fmla="*/ 138 h 200"/>
              <a:gd name="T60" fmla="*/ 52 w 216"/>
              <a:gd name="T61" fmla="*/ 164 h 200"/>
              <a:gd name="T62" fmla="*/ 8 w 216"/>
              <a:gd name="T63" fmla="*/ 152 h 200"/>
              <a:gd name="T64" fmla="*/ 208 w 216"/>
              <a:gd name="T65" fmla="*/ 64 h 200"/>
              <a:gd name="T66" fmla="*/ 208 w 216"/>
              <a:gd name="T67" fmla="*/ 56 h 200"/>
              <a:gd name="T68" fmla="*/ 8 w 216"/>
              <a:gd name="T69" fmla="*/ 56 h 200"/>
              <a:gd name="T70" fmla="*/ 76 w 216"/>
              <a:gd name="T71" fmla="*/ 44 h 200"/>
              <a:gd name="T72" fmla="*/ 88 w 216"/>
              <a:gd name="T73" fmla="*/ 8 h 200"/>
              <a:gd name="T74" fmla="*/ 144 w 216"/>
              <a:gd name="T75" fmla="*/ 20 h 200"/>
              <a:gd name="T76" fmla="*/ 196 w 216"/>
              <a:gd name="T77" fmla="*/ 44 h 200"/>
              <a:gd name="T78" fmla="*/ 109 w 216"/>
              <a:gd name="T79" fmla="*/ 98 h 200"/>
              <a:gd name="T80" fmla="*/ 109 w 216"/>
              <a:gd name="T81" fmla="*/ 181 h 200"/>
              <a:gd name="T82" fmla="*/ 109 w 216"/>
              <a:gd name="T83" fmla="*/ 98 h 200"/>
              <a:gd name="T84" fmla="*/ 76 w 216"/>
              <a:gd name="T85" fmla="*/ 139 h 200"/>
              <a:gd name="T86" fmla="*/ 143 w 216"/>
              <a:gd name="T87" fmla="*/ 139 h 200"/>
              <a:gd name="T88" fmla="*/ 176 w 216"/>
              <a:gd name="T89" fmla="*/ 88 h 200"/>
              <a:gd name="T90" fmla="*/ 196 w 216"/>
              <a:gd name="T91" fmla="*/ 84 h 200"/>
              <a:gd name="T92" fmla="*/ 176 w 216"/>
              <a:gd name="T93" fmla="*/ 80 h 200"/>
              <a:gd name="T94" fmla="*/ 176 w 216"/>
              <a:gd name="T95" fmla="*/ 88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6" h="200">
                <a:moveTo>
                  <a:pt x="84" y="44"/>
                </a:moveTo>
                <a:cubicBezTo>
                  <a:pt x="136" y="44"/>
                  <a:pt x="136" y="44"/>
                  <a:pt x="136" y="44"/>
                </a:cubicBezTo>
                <a:cubicBezTo>
                  <a:pt x="136" y="16"/>
                  <a:pt x="136" y="16"/>
                  <a:pt x="136" y="16"/>
                </a:cubicBezTo>
                <a:cubicBezTo>
                  <a:pt x="84" y="16"/>
                  <a:pt x="84" y="16"/>
                  <a:pt x="84" y="16"/>
                </a:cubicBezTo>
                <a:lnTo>
                  <a:pt x="84" y="44"/>
                </a:lnTo>
                <a:close/>
                <a:moveTo>
                  <a:pt x="92" y="24"/>
                </a:moveTo>
                <a:cubicBezTo>
                  <a:pt x="128" y="24"/>
                  <a:pt x="128" y="24"/>
                  <a:pt x="128" y="24"/>
                </a:cubicBezTo>
                <a:cubicBezTo>
                  <a:pt x="128" y="36"/>
                  <a:pt x="128" y="36"/>
                  <a:pt x="128" y="36"/>
                </a:cubicBezTo>
                <a:cubicBezTo>
                  <a:pt x="92" y="36"/>
                  <a:pt x="92" y="36"/>
                  <a:pt x="92" y="36"/>
                </a:cubicBezTo>
                <a:lnTo>
                  <a:pt x="92" y="24"/>
                </a:lnTo>
                <a:close/>
                <a:moveTo>
                  <a:pt x="196" y="36"/>
                </a:moveTo>
                <a:cubicBezTo>
                  <a:pt x="152" y="36"/>
                  <a:pt x="152" y="36"/>
                  <a:pt x="152" y="36"/>
                </a:cubicBezTo>
                <a:cubicBezTo>
                  <a:pt x="152" y="20"/>
                  <a:pt x="152" y="20"/>
                  <a:pt x="152" y="20"/>
                </a:cubicBezTo>
                <a:cubicBezTo>
                  <a:pt x="152" y="9"/>
                  <a:pt x="143" y="0"/>
                  <a:pt x="132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77" y="0"/>
                  <a:pt x="68" y="9"/>
                  <a:pt x="68" y="20"/>
                </a:cubicBezTo>
                <a:cubicBezTo>
                  <a:pt x="68" y="36"/>
                  <a:pt x="68" y="36"/>
                  <a:pt x="68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6" y="24"/>
                  <a:pt x="56" y="24"/>
                  <a:pt x="56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20" y="36"/>
                  <a:pt x="20" y="36"/>
                  <a:pt x="20" y="36"/>
                </a:cubicBezTo>
                <a:cubicBezTo>
                  <a:pt x="9" y="36"/>
                  <a:pt x="0" y="45"/>
                  <a:pt x="0" y="56"/>
                </a:cubicBezTo>
                <a:cubicBezTo>
                  <a:pt x="0" y="152"/>
                  <a:pt x="0" y="152"/>
                  <a:pt x="0" y="152"/>
                </a:cubicBezTo>
                <a:cubicBezTo>
                  <a:pt x="0" y="163"/>
                  <a:pt x="9" y="172"/>
                  <a:pt x="20" y="172"/>
                </a:cubicBezTo>
                <a:cubicBezTo>
                  <a:pt x="57" y="172"/>
                  <a:pt x="57" y="172"/>
                  <a:pt x="57" y="172"/>
                </a:cubicBezTo>
                <a:cubicBezTo>
                  <a:pt x="68" y="189"/>
                  <a:pt x="87" y="200"/>
                  <a:pt x="109" y="200"/>
                </a:cubicBezTo>
                <a:cubicBezTo>
                  <a:pt x="130" y="200"/>
                  <a:pt x="149" y="189"/>
                  <a:pt x="160" y="172"/>
                </a:cubicBezTo>
                <a:cubicBezTo>
                  <a:pt x="196" y="172"/>
                  <a:pt x="196" y="172"/>
                  <a:pt x="196" y="172"/>
                </a:cubicBezTo>
                <a:cubicBezTo>
                  <a:pt x="207" y="172"/>
                  <a:pt x="216" y="163"/>
                  <a:pt x="216" y="152"/>
                </a:cubicBezTo>
                <a:cubicBezTo>
                  <a:pt x="216" y="56"/>
                  <a:pt x="216" y="56"/>
                  <a:pt x="216" y="56"/>
                </a:cubicBezTo>
                <a:cubicBezTo>
                  <a:pt x="216" y="45"/>
                  <a:pt x="207" y="36"/>
                  <a:pt x="196" y="36"/>
                </a:cubicBezTo>
                <a:close/>
                <a:moveTo>
                  <a:pt x="28" y="32"/>
                </a:moveTo>
                <a:cubicBezTo>
                  <a:pt x="48" y="32"/>
                  <a:pt x="48" y="32"/>
                  <a:pt x="48" y="32"/>
                </a:cubicBezTo>
                <a:cubicBezTo>
                  <a:pt x="48" y="36"/>
                  <a:pt x="48" y="36"/>
                  <a:pt x="48" y="36"/>
                </a:cubicBezTo>
                <a:cubicBezTo>
                  <a:pt x="28" y="36"/>
                  <a:pt x="28" y="36"/>
                  <a:pt x="28" y="36"/>
                </a:cubicBezTo>
                <a:lnTo>
                  <a:pt x="28" y="32"/>
                </a:lnTo>
                <a:close/>
                <a:moveTo>
                  <a:pt x="163" y="143"/>
                </a:moveTo>
                <a:cubicBezTo>
                  <a:pt x="162" y="144"/>
                  <a:pt x="162" y="144"/>
                  <a:pt x="162" y="144"/>
                </a:cubicBezTo>
                <a:cubicBezTo>
                  <a:pt x="159" y="171"/>
                  <a:pt x="137" y="192"/>
                  <a:pt x="109" y="192"/>
                </a:cubicBezTo>
                <a:cubicBezTo>
                  <a:pt x="89" y="192"/>
                  <a:pt x="72" y="181"/>
                  <a:pt x="62" y="165"/>
                </a:cubicBezTo>
                <a:cubicBezTo>
                  <a:pt x="62" y="164"/>
                  <a:pt x="61" y="163"/>
                  <a:pt x="61" y="163"/>
                </a:cubicBezTo>
                <a:cubicBezTo>
                  <a:pt x="61" y="162"/>
                  <a:pt x="60" y="162"/>
                  <a:pt x="60" y="161"/>
                </a:cubicBezTo>
                <a:cubicBezTo>
                  <a:pt x="60" y="160"/>
                  <a:pt x="59" y="158"/>
                  <a:pt x="58" y="157"/>
                </a:cubicBezTo>
                <a:cubicBezTo>
                  <a:pt x="58" y="156"/>
                  <a:pt x="58" y="156"/>
                  <a:pt x="58" y="155"/>
                </a:cubicBezTo>
                <a:cubicBezTo>
                  <a:pt x="58" y="155"/>
                  <a:pt x="57" y="154"/>
                  <a:pt x="57" y="153"/>
                </a:cubicBezTo>
                <a:cubicBezTo>
                  <a:pt x="57" y="152"/>
                  <a:pt x="57" y="151"/>
                  <a:pt x="56" y="151"/>
                </a:cubicBezTo>
                <a:cubicBezTo>
                  <a:pt x="56" y="150"/>
                  <a:pt x="56" y="149"/>
                  <a:pt x="56" y="148"/>
                </a:cubicBezTo>
                <a:cubicBezTo>
                  <a:pt x="56" y="147"/>
                  <a:pt x="56" y="146"/>
                  <a:pt x="55" y="145"/>
                </a:cubicBezTo>
                <a:cubicBezTo>
                  <a:pt x="55" y="144"/>
                  <a:pt x="55" y="144"/>
                  <a:pt x="55" y="143"/>
                </a:cubicBezTo>
                <a:cubicBezTo>
                  <a:pt x="55" y="142"/>
                  <a:pt x="55" y="140"/>
                  <a:pt x="55" y="138"/>
                </a:cubicBezTo>
                <a:cubicBezTo>
                  <a:pt x="55" y="109"/>
                  <a:pt x="79" y="85"/>
                  <a:pt x="109" y="85"/>
                </a:cubicBezTo>
                <a:cubicBezTo>
                  <a:pt x="139" y="85"/>
                  <a:pt x="163" y="109"/>
                  <a:pt x="163" y="138"/>
                </a:cubicBezTo>
                <a:cubicBezTo>
                  <a:pt x="163" y="140"/>
                  <a:pt x="163" y="142"/>
                  <a:pt x="163" y="143"/>
                </a:cubicBezTo>
                <a:close/>
                <a:moveTo>
                  <a:pt x="208" y="152"/>
                </a:moveTo>
                <a:cubicBezTo>
                  <a:pt x="208" y="159"/>
                  <a:pt x="203" y="164"/>
                  <a:pt x="196" y="164"/>
                </a:cubicBezTo>
                <a:cubicBezTo>
                  <a:pt x="165" y="164"/>
                  <a:pt x="165" y="164"/>
                  <a:pt x="165" y="164"/>
                </a:cubicBezTo>
                <a:cubicBezTo>
                  <a:pt x="168" y="158"/>
                  <a:pt x="170" y="151"/>
                  <a:pt x="170" y="145"/>
                </a:cubicBezTo>
                <a:cubicBezTo>
                  <a:pt x="171" y="143"/>
                  <a:pt x="171" y="140"/>
                  <a:pt x="171" y="138"/>
                </a:cubicBezTo>
                <a:cubicBezTo>
                  <a:pt x="171" y="104"/>
                  <a:pt x="143" y="77"/>
                  <a:pt x="109" y="77"/>
                </a:cubicBezTo>
                <a:cubicBezTo>
                  <a:pt x="75" y="77"/>
                  <a:pt x="47" y="104"/>
                  <a:pt x="47" y="138"/>
                </a:cubicBezTo>
                <a:cubicBezTo>
                  <a:pt x="47" y="140"/>
                  <a:pt x="47" y="143"/>
                  <a:pt x="47" y="145"/>
                </a:cubicBezTo>
                <a:cubicBezTo>
                  <a:pt x="48" y="151"/>
                  <a:pt x="50" y="158"/>
                  <a:pt x="52" y="164"/>
                </a:cubicBezTo>
                <a:cubicBezTo>
                  <a:pt x="20" y="164"/>
                  <a:pt x="20" y="164"/>
                  <a:pt x="20" y="164"/>
                </a:cubicBezTo>
                <a:cubicBezTo>
                  <a:pt x="13" y="164"/>
                  <a:pt x="8" y="159"/>
                  <a:pt x="8" y="152"/>
                </a:cubicBezTo>
                <a:cubicBezTo>
                  <a:pt x="8" y="64"/>
                  <a:pt x="8" y="64"/>
                  <a:pt x="8" y="64"/>
                </a:cubicBezTo>
                <a:cubicBezTo>
                  <a:pt x="208" y="64"/>
                  <a:pt x="208" y="64"/>
                  <a:pt x="208" y="64"/>
                </a:cubicBezTo>
                <a:lnTo>
                  <a:pt x="208" y="152"/>
                </a:lnTo>
                <a:close/>
                <a:moveTo>
                  <a:pt x="208" y="56"/>
                </a:moveTo>
                <a:cubicBezTo>
                  <a:pt x="8" y="56"/>
                  <a:pt x="8" y="56"/>
                  <a:pt x="8" y="56"/>
                </a:cubicBezTo>
                <a:cubicBezTo>
                  <a:pt x="8" y="56"/>
                  <a:pt x="8" y="56"/>
                  <a:pt x="8" y="56"/>
                </a:cubicBezTo>
                <a:cubicBezTo>
                  <a:pt x="8" y="49"/>
                  <a:pt x="13" y="44"/>
                  <a:pt x="20" y="44"/>
                </a:cubicBezTo>
                <a:cubicBezTo>
                  <a:pt x="76" y="44"/>
                  <a:pt x="76" y="44"/>
                  <a:pt x="76" y="44"/>
                </a:cubicBezTo>
                <a:cubicBezTo>
                  <a:pt x="76" y="20"/>
                  <a:pt x="76" y="20"/>
                  <a:pt x="76" y="20"/>
                </a:cubicBezTo>
                <a:cubicBezTo>
                  <a:pt x="76" y="13"/>
                  <a:pt x="81" y="8"/>
                  <a:pt x="88" y="8"/>
                </a:cubicBezTo>
                <a:cubicBezTo>
                  <a:pt x="132" y="8"/>
                  <a:pt x="132" y="8"/>
                  <a:pt x="132" y="8"/>
                </a:cubicBezTo>
                <a:cubicBezTo>
                  <a:pt x="139" y="8"/>
                  <a:pt x="144" y="13"/>
                  <a:pt x="144" y="20"/>
                </a:cubicBezTo>
                <a:cubicBezTo>
                  <a:pt x="144" y="44"/>
                  <a:pt x="144" y="44"/>
                  <a:pt x="144" y="44"/>
                </a:cubicBezTo>
                <a:cubicBezTo>
                  <a:pt x="196" y="44"/>
                  <a:pt x="196" y="44"/>
                  <a:pt x="196" y="44"/>
                </a:cubicBezTo>
                <a:cubicBezTo>
                  <a:pt x="203" y="44"/>
                  <a:pt x="208" y="49"/>
                  <a:pt x="208" y="56"/>
                </a:cubicBezTo>
                <a:close/>
                <a:moveTo>
                  <a:pt x="109" y="98"/>
                </a:moveTo>
                <a:cubicBezTo>
                  <a:pt x="86" y="98"/>
                  <a:pt x="68" y="116"/>
                  <a:pt x="68" y="139"/>
                </a:cubicBezTo>
                <a:cubicBezTo>
                  <a:pt x="68" y="162"/>
                  <a:pt x="86" y="181"/>
                  <a:pt x="109" y="181"/>
                </a:cubicBezTo>
                <a:cubicBezTo>
                  <a:pt x="132" y="181"/>
                  <a:pt x="151" y="162"/>
                  <a:pt x="151" y="139"/>
                </a:cubicBezTo>
                <a:cubicBezTo>
                  <a:pt x="151" y="116"/>
                  <a:pt x="132" y="98"/>
                  <a:pt x="109" y="98"/>
                </a:cubicBezTo>
                <a:close/>
                <a:moveTo>
                  <a:pt x="109" y="173"/>
                </a:moveTo>
                <a:cubicBezTo>
                  <a:pt x="91" y="173"/>
                  <a:pt x="76" y="158"/>
                  <a:pt x="76" y="139"/>
                </a:cubicBezTo>
                <a:cubicBezTo>
                  <a:pt x="76" y="121"/>
                  <a:pt x="91" y="106"/>
                  <a:pt x="109" y="106"/>
                </a:cubicBezTo>
                <a:cubicBezTo>
                  <a:pt x="128" y="106"/>
                  <a:pt x="143" y="121"/>
                  <a:pt x="143" y="139"/>
                </a:cubicBezTo>
                <a:cubicBezTo>
                  <a:pt x="143" y="158"/>
                  <a:pt x="128" y="173"/>
                  <a:pt x="109" y="173"/>
                </a:cubicBezTo>
                <a:close/>
                <a:moveTo>
                  <a:pt x="176" y="88"/>
                </a:moveTo>
                <a:cubicBezTo>
                  <a:pt x="192" y="88"/>
                  <a:pt x="192" y="88"/>
                  <a:pt x="192" y="88"/>
                </a:cubicBezTo>
                <a:cubicBezTo>
                  <a:pt x="194" y="88"/>
                  <a:pt x="196" y="87"/>
                  <a:pt x="196" y="84"/>
                </a:cubicBezTo>
                <a:cubicBezTo>
                  <a:pt x="196" y="82"/>
                  <a:pt x="194" y="80"/>
                  <a:pt x="192" y="80"/>
                </a:cubicBezTo>
                <a:cubicBezTo>
                  <a:pt x="176" y="80"/>
                  <a:pt x="176" y="80"/>
                  <a:pt x="176" y="80"/>
                </a:cubicBezTo>
                <a:cubicBezTo>
                  <a:pt x="174" y="80"/>
                  <a:pt x="172" y="82"/>
                  <a:pt x="172" y="84"/>
                </a:cubicBezTo>
                <a:cubicBezTo>
                  <a:pt x="172" y="87"/>
                  <a:pt x="174" y="88"/>
                  <a:pt x="176" y="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07" tIns="45703" rIns="91407" bIns="45703" numCol="1" anchor="t" anchorCtr="0" compatLnSpc="1"/>
          <a:lstStyle/>
          <a:p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27953" y="2735194"/>
            <a:ext cx="1834879" cy="338520"/>
          </a:xfrm>
          <a:prstGeom prst="rect">
            <a:avLst/>
          </a:prstGeom>
          <a:noFill/>
        </p:spPr>
        <p:txBody>
          <a:bodyPr wrap="square" lIns="91407" tIns="45703" rIns="91407" bIns="45703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知识文本向量化</a:t>
            </a:r>
            <a:endParaRPr 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24936" y="3030743"/>
            <a:ext cx="2731219" cy="516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原始知识文件为视频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mp4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以及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word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文档，需要转化为文字词向量进行嵌入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4388737" y="1833888"/>
            <a:ext cx="3404067" cy="1934890"/>
          </a:xfrm>
          <a:prstGeom prst="roundRect">
            <a:avLst>
              <a:gd name="adj" fmla="val 712"/>
            </a:avLst>
          </a:prstGeom>
          <a:solidFill>
            <a:schemeClr val="bg1">
              <a:alpha val="2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0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3" name="Freeform 22"/>
          <p:cNvSpPr>
            <a:spLocks noEditPoints="1"/>
          </p:cNvSpPr>
          <p:nvPr/>
        </p:nvSpPr>
        <p:spPr bwMode="auto">
          <a:xfrm>
            <a:off x="5825583" y="2142619"/>
            <a:ext cx="531906" cy="423050"/>
          </a:xfrm>
          <a:custGeom>
            <a:avLst/>
            <a:gdLst>
              <a:gd name="T0" fmla="*/ 200 w 236"/>
              <a:gd name="T1" fmla="*/ 93 h 188"/>
              <a:gd name="T2" fmla="*/ 90 w 236"/>
              <a:gd name="T3" fmla="*/ 76 h 188"/>
              <a:gd name="T4" fmla="*/ 47 w 236"/>
              <a:gd name="T5" fmla="*/ 106 h 188"/>
              <a:gd name="T6" fmla="*/ 8 w 236"/>
              <a:gd name="T7" fmla="*/ 148 h 188"/>
              <a:gd name="T8" fmla="*/ 43 w 236"/>
              <a:gd name="T9" fmla="*/ 188 h 188"/>
              <a:gd name="T10" fmla="*/ 199 w 236"/>
              <a:gd name="T11" fmla="*/ 188 h 188"/>
              <a:gd name="T12" fmla="*/ 236 w 236"/>
              <a:gd name="T13" fmla="*/ 144 h 188"/>
              <a:gd name="T14" fmla="*/ 195 w 236"/>
              <a:gd name="T15" fmla="*/ 180 h 188"/>
              <a:gd name="T16" fmla="*/ 47 w 236"/>
              <a:gd name="T17" fmla="*/ 180 h 188"/>
              <a:gd name="T18" fmla="*/ 47 w 236"/>
              <a:gd name="T19" fmla="*/ 115 h 188"/>
              <a:gd name="T20" fmla="*/ 56 w 236"/>
              <a:gd name="T21" fmla="*/ 117 h 188"/>
              <a:gd name="T22" fmla="*/ 55 w 236"/>
              <a:gd name="T23" fmla="*/ 106 h 188"/>
              <a:gd name="T24" fmla="*/ 91 w 236"/>
              <a:gd name="T25" fmla="*/ 86 h 188"/>
              <a:gd name="T26" fmla="*/ 97 w 236"/>
              <a:gd name="T27" fmla="*/ 83 h 188"/>
              <a:gd name="T28" fmla="*/ 192 w 236"/>
              <a:gd name="T29" fmla="*/ 93 h 188"/>
              <a:gd name="T30" fmla="*/ 189 w 236"/>
              <a:gd name="T31" fmla="*/ 109 h 188"/>
              <a:gd name="T32" fmla="*/ 229 w 236"/>
              <a:gd name="T33" fmla="*/ 144 h 188"/>
              <a:gd name="T34" fmla="*/ 25 w 236"/>
              <a:gd name="T35" fmla="*/ 26 h 188"/>
              <a:gd name="T36" fmla="*/ 32 w 236"/>
              <a:gd name="T37" fmla="*/ 20 h 188"/>
              <a:gd name="T38" fmla="*/ 21 w 236"/>
              <a:gd name="T39" fmla="*/ 14 h 188"/>
              <a:gd name="T40" fmla="*/ 25 w 236"/>
              <a:gd name="T41" fmla="*/ 26 h 188"/>
              <a:gd name="T42" fmla="*/ 105 w 236"/>
              <a:gd name="T43" fmla="*/ 29 h 188"/>
              <a:gd name="T44" fmla="*/ 99 w 236"/>
              <a:gd name="T45" fmla="*/ 21 h 188"/>
              <a:gd name="T46" fmla="*/ 93 w 236"/>
              <a:gd name="T47" fmla="*/ 33 h 188"/>
              <a:gd name="T48" fmla="*/ 63 w 236"/>
              <a:gd name="T49" fmla="*/ 17 h 188"/>
              <a:gd name="T50" fmla="*/ 69 w 236"/>
              <a:gd name="T51" fmla="*/ 6 h 188"/>
              <a:gd name="T52" fmla="*/ 60 w 236"/>
              <a:gd name="T53" fmla="*/ 5 h 188"/>
              <a:gd name="T54" fmla="*/ 63 w 236"/>
              <a:gd name="T55" fmla="*/ 17 h 188"/>
              <a:gd name="T56" fmla="*/ 12 w 236"/>
              <a:gd name="T57" fmla="*/ 51 h 188"/>
              <a:gd name="T58" fmla="*/ 0 w 236"/>
              <a:gd name="T59" fmla="*/ 55 h 188"/>
              <a:gd name="T60" fmla="*/ 11 w 236"/>
              <a:gd name="T61" fmla="*/ 61 h 188"/>
              <a:gd name="T62" fmla="*/ 31 w 236"/>
              <a:gd name="T63" fmla="*/ 37 h 188"/>
              <a:gd name="T64" fmla="*/ 26 w 236"/>
              <a:gd name="T65" fmla="*/ 45 h 188"/>
              <a:gd name="T66" fmla="*/ 25 w 236"/>
              <a:gd name="T67" fmla="*/ 48 h 188"/>
              <a:gd name="T68" fmla="*/ 23 w 236"/>
              <a:gd name="T69" fmla="*/ 52 h 188"/>
              <a:gd name="T70" fmla="*/ 23 w 236"/>
              <a:gd name="T71" fmla="*/ 57 h 188"/>
              <a:gd name="T72" fmla="*/ 25 w 236"/>
              <a:gd name="T73" fmla="*/ 73 h 188"/>
              <a:gd name="T74" fmla="*/ 25 w 236"/>
              <a:gd name="T75" fmla="*/ 74 h 188"/>
              <a:gd name="T76" fmla="*/ 26 w 236"/>
              <a:gd name="T77" fmla="*/ 77 h 188"/>
              <a:gd name="T78" fmla="*/ 27 w 236"/>
              <a:gd name="T79" fmla="*/ 78 h 188"/>
              <a:gd name="T80" fmla="*/ 28 w 236"/>
              <a:gd name="T81" fmla="*/ 80 h 188"/>
              <a:gd name="T82" fmla="*/ 31 w 236"/>
              <a:gd name="T83" fmla="*/ 84 h 188"/>
              <a:gd name="T84" fmla="*/ 41 w 236"/>
              <a:gd name="T85" fmla="*/ 85 h 188"/>
              <a:gd name="T86" fmla="*/ 32 w 236"/>
              <a:gd name="T87" fmla="*/ 58 h 188"/>
              <a:gd name="T88" fmla="*/ 85 w 236"/>
              <a:gd name="T89" fmla="*/ 50 h 188"/>
              <a:gd name="T90" fmla="*/ 88 w 236"/>
              <a:gd name="T91" fmla="*/ 49 h 188"/>
              <a:gd name="T92" fmla="*/ 93 w 236"/>
              <a:gd name="T93" fmla="*/ 46 h 188"/>
              <a:gd name="T94" fmla="*/ 90 w 236"/>
              <a:gd name="T95" fmla="*/ 40 h 188"/>
              <a:gd name="T96" fmla="*/ 88 w 236"/>
              <a:gd name="T97" fmla="*/ 37 h 188"/>
              <a:gd name="T98" fmla="*/ 80 w 236"/>
              <a:gd name="T99" fmla="*/ 29 h 188"/>
              <a:gd name="T100" fmla="*/ 63 w 236"/>
              <a:gd name="T101" fmla="*/ 23 h 188"/>
              <a:gd name="T102" fmla="*/ 52 w 236"/>
              <a:gd name="T103" fmla="*/ 24 h 188"/>
              <a:gd name="T104" fmla="*/ 36 w 236"/>
              <a:gd name="T105" fmla="*/ 32 h 188"/>
              <a:gd name="T106" fmla="*/ 33 w 236"/>
              <a:gd name="T107" fmla="*/ 35 h 188"/>
              <a:gd name="T108" fmla="*/ 13 w 236"/>
              <a:gd name="T109" fmla="*/ 99 h 188"/>
              <a:gd name="T110" fmla="*/ 25 w 236"/>
              <a:gd name="T111" fmla="*/ 95 h 188"/>
              <a:gd name="T112" fmla="*/ 19 w 236"/>
              <a:gd name="T113" fmla="*/ 87 h 188"/>
              <a:gd name="T114" fmla="*/ 13 w 236"/>
              <a:gd name="T115" fmla="*/ 99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36" h="188">
                <a:moveTo>
                  <a:pt x="199" y="101"/>
                </a:moveTo>
                <a:cubicBezTo>
                  <a:pt x="199" y="99"/>
                  <a:pt x="200" y="96"/>
                  <a:pt x="200" y="93"/>
                </a:cubicBezTo>
                <a:cubicBezTo>
                  <a:pt x="200" y="61"/>
                  <a:pt x="175" y="36"/>
                  <a:pt x="144" y="36"/>
                </a:cubicBezTo>
                <a:cubicBezTo>
                  <a:pt x="119" y="36"/>
                  <a:pt x="97" y="53"/>
                  <a:pt x="90" y="76"/>
                </a:cubicBezTo>
                <a:cubicBezTo>
                  <a:pt x="86" y="75"/>
                  <a:pt x="82" y="74"/>
                  <a:pt x="78" y="74"/>
                </a:cubicBezTo>
                <a:cubicBezTo>
                  <a:pt x="61" y="74"/>
                  <a:pt x="47" y="88"/>
                  <a:pt x="47" y="106"/>
                </a:cubicBezTo>
                <a:cubicBezTo>
                  <a:pt x="47" y="106"/>
                  <a:pt x="47" y="107"/>
                  <a:pt x="47" y="107"/>
                </a:cubicBezTo>
                <a:cubicBezTo>
                  <a:pt x="26" y="108"/>
                  <a:pt x="8" y="125"/>
                  <a:pt x="8" y="148"/>
                </a:cubicBezTo>
                <a:cubicBezTo>
                  <a:pt x="8" y="168"/>
                  <a:pt x="23" y="185"/>
                  <a:pt x="43" y="187"/>
                </a:cubicBezTo>
                <a:cubicBezTo>
                  <a:pt x="43" y="188"/>
                  <a:pt x="43" y="188"/>
                  <a:pt x="43" y="188"/>
                </a:cubicBezTo>
                <a:cubicBezTo>
                  <a:pt x="195" y="188"/>
                  <a:pt x="195" y="188"/>
                  <a:pt x="195" y="188"/>
                </a:cubicBezTo>
                <a:cubicBezTo>
                  <a:pt x="199" y="188"/>
                  <a:pt x="199" y="188"/>
                  <a:pt x="199" y="188"/>
                </a:cubicBezTo>
                <a:cubicBezTo>
                  <a:pt x="199" y="187"/>
                  <a:pt x="199" y="187"/>
                  <a:pt x="199" y="187"/>
                </a:cubicBezTo>
                <a:cubicBezTo>
                  <a:pt x="220" y="185"/>
                  <a:pt x="236" y="167"/>
                  <a:pt x="236" y="144"/>
                </a:cubicBezTo>
                <a:cubicBezTo>
                  <a:pt x="236" y="122"/>
                  <a:pt x="220" y="104"/>
                  <a:pt x="199" y="101"/>
                </a:cubicBezTo>
                <a:close/>
                <a:moveTo>
                  <a:pt x="195" y="180"/>
                </a:moveTo>
                <a:cubicBezTo>
                  <a:pt x="48" y="180"/>
                  <a:pt x="48" y="180"/>
                  <a:pt x="48" y="180"/>
                </a:cubicBezTo>
                <a:cubicBezTo>
                  <a:pt x="47" y="180"/>
                  <a:pt x="47" y="180"/>
                  <a:pt x="47" y="180"/>
                </a:cubicBezTo>
                <a:cubicBezTo>
                  <a:pt x="30" y="179"/>
                  <a:pt x="16" y="165"/>
                  <a:pt x="16" y="148"/>
                </a:cubicBezTo>
                <a:cubicBezTo>
                  <a:pt x="16" y="130"/>
                  <a:pt x="30" y="115"/>
                  <a:pt x="47" y="115"/>
                </a:cubicBezTo>
                <a:cubicBezTo>
                  <a:pt x="48" y="115"/>
                  <a:pt x="49" y="116"/>
                  <a:pt x="51" y="116"/>
                </a:cubicBezTo>
                <a:cubicBezTo>
                  <a:pt x="56" y="117"/>
                  <a:pt x="56" y="117"/>
                  <a:pt x="56" y="117"/>
                </a:cubicBezTo>
                <a:cubicBezTo>
                  <a:pt x="55" y="111"/>
                  <a:pt x="55" y="111"/>
                  <a:pt x="55" y="111"/>
                </a:cubicBezTo>
                <a:cubicBezTo>
                  <a:pt x="55" y="109"/>
                  <a:pt x="55" y="107"/>
                  <a:pt x="55" y="106"/>
                </a:cubicBezTo>
                <a:cubicBezTo>
                  <a:pt x="55" y="93"/>
                  <a:pt x="65" y="82"/>
                  <a:pt x="78" y="82"/>
                </a:cubicBezTo>
                <a:cubicBezTo>
                  <a:pt x="82" y="82"/>
                  <a:pt x="87" y="83"/>
                  <a:pt x="91" y="86"/>
                </a:cubicBezTo>
                <a:cubicBezTo>
                  <a:pt x="96" y="89"/>
                  <a:pt x="96" y="89"/>
                  <a:pt x="96" y="89"/>
                </a:cubicBezTo>
                <a:cubicBezTo>
                  <a:pt x="97" y="83"/>
                  <a:pt x="97" y="83"/>
                  <a:pt x="97" y="83"/>
                </a:cubicBezTo>
                <a:cubicBezTo>
                  <a:pt x="101" y="60"/>
                  <a:pt x="121" y="44"/>
                  <a:pt x="144" y="44"/>
                </a:cubicBezTo>
                <a:cubicBezTo>
                  <a:pt x="170" y="44"/>
                  <a:pt x="192" y="66"/>
                  <a:pt x="192" y="93"/>
                </a:cubicBezTo>
                <a:cubicBezTo>
                  <a:pt x="192" y="97"/>
                  <a:pt x="191" y="100"/>
                  <a:pt x="190" y="104"/>
                </a:cubicBezTo>
                <a:cubicBezTo>
                  <a:pt x="189" y="109"/>
                  <a:pt x="189" y="109"/>
                  <a:pt x="189" y="109"/>
                </a:cubicBezTo>
                <a:cubicBezTo>
                  <a:pt x="194" y="109"/>
                  <a:pt x="194" y="109"/>
                  <a:pt x="194" y="109"/>
                </a:cubicBezTo>
                <a:cubicBezTo>
                  <a:pt x="213" y="109"/>
                  <a:pt x="229" y="125"/>
                  <a:pt x="229" y="144"/>
                </a:cubicBezTo>
                <a:cubicBezTo>
                  <a:pt x="229" y="164"/>
                  <a:pt x="213" y="179"/>
                  <a:pt x="195" y="180"/>
                </a:cubicBezTo>
                <a:close/>
                <a:moveTo>
                  <a:pt x="25" y="26"/>
                </a:moveTo>
                <a:cubicBezTo>
                  <a:pt x="27" y="28"/>
                  <a:pt x="30" y="28"/>
                  <a:pt x="32" y="27"/>
                </a:cubicBezTo>
                <a:cubicBezTo>
                  <a:pt x="34" y="25"/>
                  <a:pt x="34" y="22"/>
                  <a:pt x="32" y="20"/>
                </a:cubicBezTo>
                <a:cubicBezTo>
                  <a:pt x="28" y="15"/>
                  <a:pt x="28" y="15"/>
                  <a:pt x="28" y="15"/>
                </a:cubicBezTo>
                <a:cubicBezTo>
                  <a:pt x="26" y="13"/>
                  <a:pt x="23" y="12"/>
                  <a:pt x="21" y="14"/>
                </a:cubicBezTo>
                <a:cubicBezTo>
                  <a:pt x="19" y="16"/>
                  <a:pt x="19" y="19"/>
                  <a:pt x="21" y="21"/>
                </a:cubicBezTo>
                <a:lnTo>
                  <a:pt x="25" y="26"/>
                </a:lnTo>
                <a:close/>
                <a:moveTo>
                  <a:pt x="100" y="33"/>
                </a:moveTo>
                <a:cubicBezTo>
                  <a:pt x="105" y="29"/>
                  <a:pt x="105" y="29"/>
                  <a:pt x="105" y="29"/>
                </a:cubicBezTo>
                <a:cubicBezTo>
                  <a:pt x="107" y="27"/>
                  <a:pt x="107" y="24"/>
                  <a:pt x="105" y="22"/>
                </a:cubicBezTo>
                <a:cubicBezTo>
                  <a:pt x="104" y="20"/>
                  <a:pt x="101" y="20"/>
                  <a:pt x="99" y="21"/>
                </a:cubicBezTo>
                <a:cubicBezTo>
                  <a:pt x="93" y="26"/>
                  <a:pt x="93" y="26"/>
                  <a:pt x="93" y="26"/>
                </a:cubicBezTo>
                <a:cubicBezTo>
                  <a:pt x="91" y="27"/>
                  <a:pt x="91" y="30"/>
                  <a:pt x="93" y="33"/>
                </a:cubicBezTo>
                <a:cubicBezTo>
                  <a:pt x="94" y="35"/>
                  <a:pt x="98" y="35"/>
                  <a:pt x="100" y="33"/>
                </a:cubicBezTo>
                <a:close/>
                <a:moveTo>
                  <a:pt x="63" y="17"/>
                </a:moveTo>
                <a:cubicBezTo>
                  <a:pt x="66" y="17"/>
                  <a:pt x="68" y="15"/>
                  <a:pt x="69" y="13"/>
                </a:cubicBezTo>
                <a:cubicBezTo>
                  <a:pt x="69" y="6"/>
                  <a:pt x="69" y="6"/>
                  <a:pt x="69" y="6"/>
                </a:cubicBezTo>
                <a:cubicBezTo>
                  <a:pt x="70" y="3"/>
                  <a:pt x="68" y="1"/>
                  <a:pt x="65" y="1"/>
                </a:cubicBezTo>
                <a:cubicBezTo>
                  <a:pt x="62" y="0"/>
                  <a:pt x="60" y="2"/>
                  <a:pt x="60" y="5"/>
                </a:cubicBezTo>
                <a:cubicBezTo>
                  <a:pt x="59" y="12"/>
                  <a:pt x="59" y="12"/>
                  <a:pt x="59" y="12"/>
                </a:cubicBezTo>
                <a:cubicBezTo>
                  <a:pt x="59" y="14"/>
                  <a:pt x="61" y="17"/>
                  <a:pt x="63" y="17"/>
                </a:cubicBezTo>
                <a:close/>
                <a:moveTo>
                  <a:pt x="16" y="56"/>
                </a:moveTo>
                <a:cubicBezTo>
                  <a:pt x="17" y="54"/>
                  <a:pt x="15" y="51"/>
                  <a:pt x="12" y="51"/>
                </a:cubicBezTo>
                <a:cubicBezTo>
                  <a:pt x="5" y="50"/>
                  <a:pt x="5" y="50"/>
                  <a:pt x="5" y="50"/>
                </a:cubicBezTo>
                <a:cubicBezTo>
                  <a:pt x="2" y="50"/>
                  <a:pt x="0" y="52"/>
                  <a:pt x="0" y="55"/>
                </a:cubicBezTo>
                <a:cubicBezTo>
                  <a:pt x="0" y="57"/>
                  <a:pt x="2" y="60"/>
                  <a:pt x="4" y="60"/>
                </a:cubicBezTo>
                <a:cubicBezTo>
                  <a:pt x="11" y="61"/>
                  <a:pt x="11" y="61"/>
                  <a:pt x="11" y="61"/>
                </a:cubicBezTo>
                <a:cubicBezTo>
                  <a:pt x="14" y="61"/>
                  <a:pt x="16" y="59"/>
                  <a:pt x="16" y="56"/>
                </a:cubicBezTo>
                <a:close/>
                <a:moveTo>
                  <a:pt x="31" y="37"/>
                </a:moveTo>
                <a:cubicBezTo>
                  <a:pt x="30" y="38"/>
                  <a:pt x="29" y="39"/>
                  <a:pt x="29" y="40"/>
                </a:cubicBezTo>
                <a:cubicBezTo>
                  <a:pt x="28" y="41"/>
                  <a:pt x="27" y="43"/>
                  <a:pt x="26" y="45"/>
                </a:cubicBezTo>
                <a:cubicBezTo>
                  <a:pt x="26" y="45"/>
                  <a:pt x="26" y="45"/>
                  <a:pt x="26" y="45"/>
                </a:cubicBezTo>
                <a:cubicBezTo>
                  <a:pt x="25" y="46"/>
                  <a:pt x="25" y="47"/>
                  <a:pt x="25" y="48"/>
                </a:cubicBezTo>
                <a:cubicBezTo>
                  <a:pt x="24" y="49"/>
                  <a:pt x="24" y="49"/>
                  <a:pt x="24" y="49"/>
                </a:cubicBezTo>
                <a:cubicBezTo>
                  <a:pt x="24" y="50"/>
                  <a:pt x="24" y="51"/>
                  <a:pt x="23" y="52"/>
                </a:cubicBezTo>
                <a:cubicBezTo>
                  <a:pt x="23" y="52"/>
                  <a:pt x="23" y="53"/>
                  <a:pt x="23" y="53"/>
                </a:cubicBezTo>
                <a:cubicBezTo>
                  <a:pt x="23" y="54"/>
                  <a:pt x="23" y="56"/>
                  <a:pt x="23" y="57"/>
                </a:cubicBezTo>
                <a:cubicBezTo>
                  <a:pt x="22" y="63"/>
                  <a:pt x="23" y="68"/>
                  <a:pt x="25" y="73"/>
                </a:cubicBezTo>
                <a:cubicBezTo>
                  <a:pt x="25" y="73"/>
                  <a:pt x="25" y="73"/>
                  <a:pt x="25" y="73"/>
                </a:cubicBezTo>
                <a:cubicBezTo>
                  <a:pt x="25" y="73"/>
                  <a:pt x="25" y="73"/>
                  <a:pt x="25" y="73"/>
                </a:cubicBezTo>
                <a:cubicBezTo>
                  <a:pt x="25" y="74"/>
                  <a:pt x="25" y="74"/>
                  <a:pt x="25" y="74"/>
                </a:cubicBezTo>
                <a:cubicBezTo>
                  <a:pt x="25" y="75"/>
                  <a:pt x="26" y="75"/>
                  <a:pt x="26" y="76"/>
                </a:cubicBezTo>
                <a:cubicBezTo>
                  <a:pt x="26" y="76"/>
                  <a:pt x="26" y="76"/>
                  <a:pt x="26" y="77"/>
                </a:cubicBezTo>
                <a:cubicBezTo>
                  <a:pt x="27" y="77"/>
                  <a:pt x="27" y="77"/>
                  <a:pt x="27" y="77"/>
                </a:cubicBezTo>
                <a:cubicBezTo>
                  <a:pt x="27" y="77"/>
                  <a:pt x="27" y="78"/>
                  <a:pt x="27" y="78"/>
                </a:cubicBezTo>
                <a:cubicBezTo>
                  <a:pt x="27" y="78"/>
                  <a:pt x="27" y="78"/>
                  <a:pt x="27" y="78"/>
                </a:cubicBezTo>
                <a:cubicBezTo>
                  <a:pt x="28" y="79"/>
                  <a:pt x="28" y="79"/>
                  <a:pt x="28" y="80"/>
                </a:cubicBezTo>
                <a:cubicBezTo>
                  <a:pt x="28" y="80"/>
                  <a:pt x="29" y="80"/>
                  <a:pt x="29" y="81"/>
                </a:cubicBezTo>
                <a:cubicBezTo>
                  <a:pt x="29" y="82"/>
                  <a:pt x="30" y="83"/>
                  <a:pt x="31" y="84"/>
                </a:cubicBezTo>
                <a:cubicBezTo>
                  <a:pt x="33" y="86"/>
                  <a:pt x="35" y="87"/>
                  <a:pt x="36" y="89"/>
                </a:cubicBezTo>
                <a:cubicBezTo>
                  <a:pt x="38" y="87"/>
                  <a:pt x="40" y="86"/>
                  <a:pt x="41" y="85"/>
                </a:cubicBezTo>
                <a:cubicBezTo>
                  <a:pt x="42" y="84"/>
                  <a:pt x="43" y="83"/>
                  <a:pt x="43" y="83"/>
                </a:cubicBezTo>
                <a:cubicBezTo>
                  <a:pt x="35" y="77"/>
                  <a:pt x="31" y="68"/>
                  <a:pt x="32" y="58"/>
                </a:cubicBezTo>
                <a:cubicBezTo>
                  <a:pt x="33" y="43"/>
                  <a:pt x="46" y="31"/>
                  <a:pt x="62" y="33"/>
                </a:cubicBezTo>
                <a:cubicBezTo>
                  <a:pt x="72" y="34"/>
                  <a:pt x="81" y="41"/>
                  <a:pt x="85" y="50"/>
                </a:cubicBezTo>
                <a:cubicBezTo>
                  <a:pt x="85" y="50"/>
                  <a:pt x="86" y="50"/>
                  <a:pt x="86" y="50"/>
                </a:cubicBezTo>
                <a:cubicBezTo>
                  <a:pt x="87" y="49"/>
                  <a:pt x="87" y="49"/>
                  <a:pt x="88" y="49"/>
                </a:cubicBezTo>
                <a:cubicBezTo>
                  <a:pt x="90" y="48"/>
                  <a:pt x="92" y="47"/>
                  <a:pt x="93" y="46"/>
                </a:cubicBezTo>
                <a:cubicBezTo>
                  <a:pt x="93" y="46"/>
                  <a:pt x="93" y="46"/>
                  <a:pt x="93" y="46"/>
                </a:cubicBezTo>
                <a:cubicBezTo>
                  <a:pt x="93" y="45"/>
                  <a:pt x="92" y="44"/>
                  <a:pt x="92" y="42"/>
                </a:cubicBezTo>
                <a:cubicBezTo>
                  <a:pt x="91" y="42"/>
                  <a:pt x="91" y="41"/>
                  <a:pt x="90" y="40"/>
                </a:cubicBezTo>
                <a:cubicBezTo>
                  <a:pt x="90" y="40"/>
                  <a:pt x="89" y="39"/>
                  <a:pt x="89" y="39"/>
                </a:cubicBezTo>
                <a:cubicBezTo>
                  <a:pt x="89" y="38"/>
                  <a:pt x="88" y="37"/>
                  <a:pt x="88" y="37"/>
                </a:cubicBezTo>
                <a:cubicBezTo>
                  <a:pt x="85" y="34"/>
                  <a:pt x="83" y="31"/>
                  <a:pt x="80" y="29"/>
                </a:cubicBezTo>
                <a:cubicBezTo>
                  <a:pt x="80" y="29"/>
                  <a:pt x="80" y="29"/>
                  <a:pt x="80" y="29"/>
                </a:cubicBezTo>
                <a:cubicBezTo>
                  <a:pt x="79" y="29"/>
                  <a:pt x="79" y="29"/>
                  <a:pt x="78" y="28"/>
                </a:cubicBezTo>
                <a:cubicBezTo>
                  <a:pt x="74" y="26"/>
                  <a:pt x="68" y="24"/>
                  <a:pt x="63" y="23"/>
                </a:cubicBezTo>
                <a:cubicBezTo>
                  <a:pt x="59" y="23"/>
                  <a:pt x="55" y="23"/>
                  <a:pt x="52" y="24"/>
                </a:cubicBezTo>
                <a:cubicBezTo>
                  <a:pt x="52" y="24"/>
                  <a:pt x="52" y="24"/>
                  <a:pt x="52" y="24"/>
                </a:cubicBezTo>
                <a:cubicBezTo>
                  <a:pt x="51" y="24"/>
                  <a:pt x="51" y="24"/>
                  <a:pt x="50" y="24"/>
                </a:cubicBezTo>
                <a:cubicBezTo>
                  <a:pt x="45" y="26"/>
                  <a:pt x="40" y="28"/>
                  <a:pt x="36" y="32"/>
                </a:cubicBezTo>
                <a:cubicBezTo>
                  <a:pt x="35" y="32"/>
                  <a:pt x="35" y="33"/>
                  <a:pt x="34" y="34"/>
                </a:cubicBezTo>
                <a:cubicBezTo>
                  <a:pt x="34" y="34"/>
                  <a:pt x="33" y="34"/>
                  <a:pt x="33" y="35"/>
                </a:cubicBezTo>
                <a:cubicBezTo>
                  <a:pt x="32" y="35"/>
                  <a:pt x="32" y="36"/>
                  <a:pt x="31" y="37"/>
                </a:cubicBezTo>
                <a:close/>
                <a:moveTo>
                  <a:pt x="13" y="99"/>
                </a:moveTo>
                <a:cubicBezTo>
                  <a:pt x="15" y="101"/>
                  <a:pt x="18" y="101"/>
                  <a:pt x="20" y="99"/>
                </a:cubicBezTo>
                <a:cubicBezTo>
                  <a:pt x="25" y="95"/>
                  <a:pt x="25" y="95"/>
                  <a:pt x="25" y="95"/>
                </a:cubicBezTo>
                <a:cubicBezTo>
                  <a:pt x="27" y="93"/>
                  <a:pt x="28" y="90"/>
                  <a:pt x="26" y="88"/>
                </a:cubicBezTo>
                <a:cubicBezTo>
                  <a:pt x="24" y="86"/>
                  <a:pt x="21" y="86"/>
                  <a:pt x="19" y="87"/>
                </a:cubicBezTo>
                <a:cubicBezTo>
                  <a:pt x="14" y="92"/>
                  <a:pt x="14" y="92"/>
                  <a:pt x="14" y="92"/>
                </a:cubicBezTo>
                <a:cubicBezTo>
                  <a:pt x="12" y="93"/>
                  <a:pt x="12" y="97"/>
                  <a:pt x="13" y="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07" tIns="45703" rIns="91407" bIns="45703" numCol="1" anchor="t" anchorCtr="0" compatLnSpc="1"/>
          <a:lstStyle/>
          <a:p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74099" y="2735193"/>
            <a:ext cx="1834879" cy="338520"/>
          </a:xfrm>
          <a:prstGeom prst="rect">
            <a:avLst/>
          </a:prstGeom>
          <a:noFill/>
        </p:spPr>
        <p:txBody>
          <a:bodyPr wrap="square" lIns="91407" tIns="45703" rIns="91407" bIns="45703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大模型输出控制</a:t>
            </a:r>
            <a:endParaRPr 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70312" y="3030743"/>
            <a:ext cx="2640916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大语言模型的输出存在幻觉问题，为了精准匹配特定的教学任务，需要特别设计任务结构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2" name="Rectangle: Rounded Corners 21"/>
          <p:cNvSpPr/>
          <p:nvPr/>
        </p:nvSpPr>
        <p:spPr>
          <a:xfrm>
            <a:off x="843360" y="3898175"/>
            <a:ext cx="3404067" cy="1934890"/>
          </a:xfrm>
          <a:prstGeom prst="roundRect">
            <a:avLst>
              <a:gd name="adj" fmla="val 712"/>
            </a:avLst>
          </a:prstGeom>
          <a:solidFill>
            <a:schemeClr val="bg1">
              <a:alpha val="2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0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3" name="Freeform 73"/>
          <p:cNvSpPr>
            <a:spLocks noEditPoints="1"/>
          </p:cNvSpPr>
          <p:nvPr/>
        </p:nvSpPr>
        <p:spPr bwMode="auto">
          <a:xfrm>
            <a:off x="2312722" y="4181889"/>
            <a:ext cx="465343" cy="315163"/>
          </a:xfrm>
          <a:custGeom>
            <a:avLst/>
            <a:gdLst>
              <a:gd name="T0" fmla="*/ 221 w 223"/>
              <a:gd name="T1" fmla="*/ 88 h 152"/>
              <a:gd name="T2" fmla="*/ 139 w 223"/>
              <a:gd name="T3" fmla="*/ 1 h 152"/>
              <a:gd name="T4" fmla="*/ 25 w 223"/>
              <a:gd name="T5" fmla="*/ 0 h 152"/>
              <a:gd name="T6" fmla="*/ 0 w 223"/>
              <a:gd name="T7" fmla="*/ 73 h 152"/>
              <a:gd name="T8" fmla="*/ 8 w 223"/>
              <a:gd name="T9" fmla="*/ 117 h 152"/>
              <a:gd name="T10" fmla="*/ 34 w 223"/>
              <a:gd name="T11" fmla="*/ 104 h 152"/>
              <a:gd name="T12" fmla="*/ 59 w 223"/>
              <a:gd name="T13" fmla="*/ 139 h 152"/>
              <a:gd name="T14" fmla="*/ 150 w 223"/>
              <a:gd name="T15" fmla="*/ 144 h 152"/>
              <a:gd name="T16" fmla="*/ 148 w 223"/>
              <a:gd name="T17" fmla="*/ 130 h 152"/>
              <a:gd name="T18" fmla="*/ 206 w 223"/>
              <a:gd name="T19" fmla="*/ 130 h 152"/>
              <a:gd name="T20" fmla="*/ 204 w 223"/>
              <a:gd name="T21" fmla="*/ 140 h 152"/>
              <a:gd name="T22" fmla="*/ 217 w 223"/>
              <a:gd name="T23" fmla="*/ 135 h 152"/>
              <a:gd name="T24" fmla="*/ 212 w 223"/>
              <a:gd name="T25" fmla="*/ 118 h 152"/>
              <a:gd name="T26" fmla="*/ 139 w 223"/>
              <a:gd name="T27" fmla="*/ 130 h 152"/>
              <a:gd name="T28" fmla="*/ 68 w 223"/>
              <a:gd name="T29" fmla="*/ 136 h 152"/>
              <a:gd name="T30" fmla="*/ 34 w 223"/>
              <a:gd name="T31" fmla="*/ 96 h 152"/>
              <a:gd name="T32" fmla="*/ 8 w 223"/>
              <a:gd name="T33" fmla="*/ 75 h 152"/>
              <a:gd name="T34" fmla="*/ 36 w 223"/>
              <a:gd name="T35" fmla="*/ 8 h 152"/>
              <a:gd name="T36" fmla="*/ 186 w 223"/>
              <a:gd name="T37" fmla="*/ 65 h 152"/>
              <a:gd name="T38" fmla="*/ 212 w 223"/>
              <a:gd name="T39" fmla="*/ 118 h 152"/>
              <a:gd name="T40" fmla="*/ 32 w 223"/>
              <a:gd name="T41" fmla="*/ 60 h 152"/>
              <a:gd name="T42" fmla="*/ 60 w 223"/>
              <a:gd name="T43" fmla="*/ 20 h 152"/>
              <a:gd name="T44" fmla="*/ 72 w 223"/>
              <a:gd name="T45" fmla="*/ 20 h 152"/>
              <a:gd name="T46" fmla="*/ 176 w 223"/>
              <a:gd name="T47" fmla="*/ 68 h 152"/>
              <a:gd name="T48" fmla="*/ 72 w 223"/>
              <a:gd name="T49" fmla="*/ 20 h 152"/>
              <a:gd name="T50" fmla="*/ 76 w 223"/>
              <a:gd name="T51" fmla="*/ 28 h 152"/>
              <a:gd name="T52" fmla="*/ 158 w 223"/>
              <a:gd name="T53" fmla="*/ 60 h 152"/>
              <a:gd name="T54" fmla="*/ 176 w 223"/>
              <a:gd name="T55" fmla="*/ 112 h 152"/>
              <a:gd name="T56" fmla="*/ 176 w 223"/>
              <a:gd name="T57" fmla="*/ 152 h 152"/>
              <a:gd name="T58" fmla="*/ 176 w 223"/>
              <a:gd name="T59" fmla="*/ 112 h 152"/>
              <a:gd name="T60" fmla="*/ 163 w 223"/>
              <a:gd name="T61" fmla="*/ 132 h 152"/>
              <a:gd name="T62" fmla="*/ 189 w 223"/>
              <a:gd name="T63" fmla="*/ 132 h 152"/>
              <a:gd name="T64" fmla="*/ 32 w 223"/>
              <a:gd name="T65" fmla="*/ 112 h 152"/>
              <a:gd name="T66" fmla="*/ 32 w 223"/>
              <a:gd name="T67" fmla="*/ 152 h 152"/>
              <a:gd name="T68" fmla="*/ 32 w 223"/>
              <a:gd name="T69" fmla="*/ 112 h 152"/>
              <a:gd name="T70" fmla="*/ 19 w 223"/>
              <a:gd name="T71" fmla="*/ 132 h 152"/>
              <a:gd name="T72" fmla="*/ 45 w 223"/>
              <a:gd name="T73" fmla="*/ 132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3" h="152">
                <a:moveTo>
                  <a:pt x="221" y="89"/>
                </a:moveTo>
                <a:cubicBezTo>
                  <a:pt x="221" y="88"/>
                  <a:pt x="221" y="88"/>
                  <a:pt x="221" y="88"/>
                </a:cubicBezTo>
                <a:cubicBezTo>
                  <a:pt x="193" y="62"/>
                  <a:pt x="193" y="62"/>
                  <a:pt x="193" y="62"/>
                </a:cubicBezTo>
                <a:cubicBezTo>
                  <a:pt x="180" y="31"/>
                  <a:pt x="141" y="2"/>
                  <a:pt x="139" y="1"/>
                </a:cubicBezTo>
                <a:cubicBezTo>
                  <a:pt x="138" y="0"/>
                  <a:pt x="138" y="0"/>
                  <a:pt x="138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0" y="14"/>
                  <a:pt x="30" y="14"/>
                  <a:pt x="30" y="14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113"/>
                  <a:pt x="0" y="113"/>
                  <a:pt x="0" y="113"/>
                </a:cubicBezTo>
                <a:cubicBezTo>
                  <a:pt x="8" y="117"/>
                  <a:pt x="8" y="117"/>
                  <a:pt x="8" y="117"/>
                </a:cubicBezTo>
                <a:cubicBezTo>
                  <a:pt x="10" y="114"/>
                  <a:pt x="10" y="114"/>
                  <a:pt x="10" y="114"/>
                </a:cubicBezTo>
                <a:cubicBezTo>
                  <a:pt x="15" y="106"/>
                  <a:pt x="24" y="104"/>
                  <a:pt x="34" y="104"/>
                </a:cubicBezTo>
                <a:cubicBezTo>
                  <a:pt x="51" y="104"/>
                  <a:pt x="61" y="114"/>
                  <a:pt x="61" y="130"/>
                </a:cubicBezTo>
                <a:cubicBezTo>
                  <a:pt x="61" y="133"/>
                  <a:pt x="60" y="136"/>
                  <a:pt x="59" y="139"/>
                </a:cubicBezTo>
                <a:cubicBezTo>
                  <a:pt x="58" y="144"/>
                  <a:pt x="58" y="144"/>
                  <a:pt x="58" y="144"/>
                </a:cubicBezTo>
                <a:cubicBezTo>
                  <a:pt x="150" y="144"/>
                  <a:pt x="150" y="144"/>
                  <a:pt x="150" y="144"/>
                </a:cubicBezTo>
                <a:cubicBezTo>
                  <a:pt x="149" y="139"/>
                  <a:pt x="149" y="139"/>
                  <a:pt x="149" y="139"/>
                </a:cubicBezTo>
                <a:cubicBezTo>
                  <a:pt x="148" y="136"/>
                  <a:pt x="148" y="133"/>
                  <a:pt x="148" y="130"/>
                </a:cubicBezTo>
                <a:cubicBezTo>
                  <a:pt x="148" y="114"/>
                  <a:pt x="161" y="104"/>
                  <a:pt x="177" y="104"/>
                </a:cubicBezTo>
                <a:cubicBezTo>
                  <a:pt x="193" y="104"/>
                  <a:pt x="206" y="114"/>
                  <a:pt x="206" y="130"/>
                </a:cubicBezTo>
                <a:cubicBezTo>
                  <a:pt x="206" y="131"/>
                  <a:pt x="206" y="132"/>
                  <a:pt x="206" y="133"/>
                </a:cubicBezTo>
                <a:cubicBezTo>
                  <a:pt x="204" y="140"/>
                  <a:pt x="204" y="140"/>
                  <a:pt x="204" y="140"/>
                </a:cubicBezTo>
                <a:cubicBezTo>
                  <a:pt x="216" y="140"/>
                  <a:pt x="216" y="140"/>
                  <a:pt x="216" y="140"/>
                </a:cubicBezTo>
                <a:cubicBezTo>
                  <a:pt x="217" y="135"/>
                  <a:pt x="217" y="135"/>
                  <a:pt x="217" y="135"/>
                </a:cubicBezTo>
                <a:cubicBezTo>
                  <a:pt x="223" y="111"/>
                  <a:pt x="219" y="90"/>
                  <a:pt x="221" y="89"/>
                </a:cubicBezTo>
                <a:close/>
                <a:moveTo>
                  <a:pt x="212" y="118"/>
                </a:moveTo>
                <a:cubicBezTo>
                  <a:pt x="207" y="104"/>
                  <a:pt x="193" y="96"/>
                  <a:pt x="177" y="96"/>
                </a:cubicBezTo>
                <a:cubicBezTo>
                  <a:pt x="157" y="96"/>
                  <a:pt x="139" y="110"/>
                  <a:pt x="139" y="130"/>
                </a:cubicBezTo>
                <a:cubicBezTo>
                  <a:pt x="139" y="132"/>
                  <a:pt x="140" y="134"/>
                  <a:pt x="140" y="136"/>
                </a:cubicBezTo>
                <a:cubicBezTo>
                  <a:pt x="68" y="136"/>
                  <a:pt x="68" y="136"/>
                  <a:pt x="68" y="136"/>
                </a:cubicBezTo>
                <a:cubicBezTo>
                  <a:pt x="69" y="134"/>
                  <a:pt x="69" y="132"/>
                  <a:pt x="69" y="130"/>
                </a:cubicBezTo>
                <a:cubicBezTo>
                  <a:pt x="69" y="110"/>
                  <a:pt x="55" y="96"/>
                  <a:pt x="34" y="96"/>
                </a:cubicBezTo>
                <a:cubicBezTo>
                  <a:pt x="24" y="96"/>
                  <a:pt x="15" y="97"/>
                  <a:pt x="8" y="103"/>
                </a:cubicBezTo>
                <a:cubicBezTo>
                  <a:pt x="8" y="75"/>
                  <a:pt x="8" y="75"/>
                  <a:pt x="8" y="75"/>
                </a:cubicBezTo>
                <a:cubicBezTo>
                  <a:pt x="38" y="14"/>
                  <a:pt x="38" y="14"/>
                  <a:pt x="38" y="14"/>
                </a:cubicBezTo>
                <a:cubicBezTo>
                  <a:pt x="36" y="8"/>
                  <a:pt x="36" y="8"/>
                  <a:pt x="36" y="8"/>
                </a:cubicBezTo>
                <a:cubicBezTo>
                  <a:pt x="135" y="8"/>
                  <a:pt x="135" y="8"/>
                  <a:pt x="135" y="8"/>
                </a:cubicBezTo>
                <a:cubicBezTo>
                  <a:pt x="142" y="13"/>
                  <a:pt x="175" y="39"/>
                  <a:pt x="186" y="65"/>
                </a:cubicBezTo>
                <a:cubicBezTo>
                  <a:pt x="212" y="92"/>
                  <a:pt x="212" y="92"/>
                  <a:pt x="212" y="92"/>
                </a:cubicBezTo>
                <a:cubicBezTo>
                  <a:pt x="213" y="95"/>
                  <a:pt x="213" y="106"/>
                  <a:pt x="212" y="118"/>
                </a:cubicBezTo>
                <a:close/>
                <a:moveTo>
                  <a:pt x="52" y="20"/>
                </a:moveTo>
                <a:cubicBezTo>
                  <a:pt x="32" y="60"/>
                  <a:pt x="32" y="60"/>
                  <a:pt x="32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60" y="20"/>
                  <a:pt x="60" y="20"/>
                  <a:pt x="60" y="20"/>
                </a:cubicBezTo>
                <a:lnTo>
                  <a:pt x="52" y="20"/>
                </a:lnTo>
                <a:close/>
                <a:moveTo>
                  <a:pt x="72" y="20"/>
                </a:moveTo>
                <a:cubicBezTo>
                  <a:pt x="55" y="58"/>
                  <a:pt x="55" y="58"/>
                  <a:pt x="55" y="58"/>
                </a:cubicBezTo>
                <a:cubicBezTo>
                  <a:pt x="176" y="68"/>
                  <a:pt x="176" y="68"/>
                  <a:pt x="176" y="68"/>
                </a:cubicBezTo>
                <a:cubicBezTo>
                  <a:pt x="136" y="20"/>
                  <a:pt x="136" y="20"/>
                  <a:pt x="136" y="20"/>
                </a:cubicBezTo>
                <a:lnTo>
                  <a:pt x="72" y="20"/>
                </a:lnTo>
                <a:close/>
                <a:moveTo>
                  <a:pt x="66" y="51"/>
                </a:moveTo>
                <a:cubicBezTo>
                  <a:pt x="76" y="28"/>
                  <a:pt x="76" y="28"/>
                  <a:pt x="76" y="28"/>
                </a:cubicBezTo>
                <a:cubicBezTo>
                  <a:pt x="132" y="28"/>
                  <a:pt x="132" y="28"/>
                  <a:pt x="132" y="28"/>
                </a:cubicBezTo>
                <a:cubicBezTo>
                  <a:pt x="158" y="60"/>
                  <a:pt x="158" y="60"/>
                  <a:pt x="158" y="60"/>
                </a:cubicBezTo>
                <a:lnTo>
                  <a:pt x="66" y="51"/>
                </a:lnTo>
                <a:close/>
                <a:moveTo>
                  <a:pt x="176" y="112"/>
                </a:moveTo>
                <a:cubicBezTo>
                  <a:pt x="165" y="112"/>
                  <a:pt x="156" y="121"/>
                  <a:pt x="156" y="132"/>
                </a:cubicBezTo>
                <a:cubicBezTo>
                  <a:pt x="156" y="143"/>
                  <a:pt x="165" y="152"/>
                  <a:pt x="176" y="152"/>
                </a:cubicBezTo>
                <a:cubicBezTo>
                  <a:pt x="187" y="152"/>
                  <a:pt x="196" y="143"/>
                  <a:pt x="196" y="132"/>
                </a:cubicBezTo>
                <a:cubicBezTo>
                  <a:pt x="196" y="121"/>
                  <a:pt x="187" y="112"/>
                  <a:pt x="176" y="112"/>
                </a:cubicBezTo>
                <a:close/>
                <a:moveTo>
                  <a:pt x="176" y="145"/>
                </a:moveTo>
                <a:cubicBezTo>
                  <a:pt x="169" y="145"/>
                  <a:pt x="163" y="139"/>
                  <a:pt x="163" y="132"/>
                </a:cubicBezTo>
                <a:cubicBezTo>
                  <a:pt x="163" y="125"/>
                  <a:pt x="169" y="119"/>
                  <a:pt x="176" y="119"/>
                </a:cubicBezTo>
                <a:cubicBezTo>
                  <a:pt x="183" y="119"/>
                  <a:pt x="189" y="125"/>
                  <a:pt x="189" y="132"/>
                </a:cubicBezTo>
                <a:cubicBezTo>
                  <a:pt x="189" y="139"/>
                  <a:pt x="183" y="145"/>
                  <a:pt x="176" y="145"/>
                </a:cubicBezTo>
                <a:close/>
                <a:moveTo>
                  <a:pt x="32" y="112"/>
                </a:moveTo>
                <a:cubicBezTo>
                  <a:pt x="21" y="112"/>
                  <a:pt x="12" y="121"/>
                  <a:pt x="12" y="132"/>
                </a:cubicBezTo>
                <a:cubicBezTo>
                  <a:pt x="12" y="143"/>
                  <a:pt x="21" y="152"/>
                  <a:pt x="32" y="152"/>
                </a:cubicBezTo>
                <a:cubicBezTo>
                  <a:pt x="43" y="152"/>
                  <a:pt x="52" y="143"/>
                  <a:pt x="52" y="132"/>
                </a:cubicBezTo>
                <a:cubicBezTo>
                  <a:pt x="52" y="121"/>
                  <a:pt x="43" y="112"/>
                  <a:pt x="32" y="112"/>
                </a:cubicBezTo>
                <a:close/>
                <a:moveTo>
                  <a:pt x="32" y="145"/>
                </a:moveTo>
                <a:cubicBezTo>
                  <a:pt x="25" y="145"/>
                  <a:pt x="19" y="139"/>
                  <a:pt x="19" y="132"/>
                </a:cubicBezTo>
                <a:cubicBezTo>
                  <a:pt x="19" y="125"/>
                  <a:pt x="25" y="119"/>
                  <a:pt x="32" y="119"/>
                </a:cubicBezTo>
                <a:cubicBezTo>
                  <a:pt x="39" y="119"/>
                  <a:pt x="45" y="125"/>
                  <a:pt x="45" y="132"/>
                </a:cubicBezTo>
                <a:cubicBezTo>
                  <a:pt x="45" y="139"/>
                  <a:pt x="39" y="145"/>
                  <a:pt x="32" y="14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07" tIns="45703" rIns="91407" bIns="45703" numCol="1" anchor="t" anchorCtr="0" compatLnSpc="1"/>
          <a:lstStyle/>
          <a:p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27953" y="4752816"/>
            <a:ext cx="1834879" cy="338432"/>
          </a:xfrm>
          <a:prstGeom prst="rect">
            <a:avLst/>
          </a:prstGeom>
          <a:noFill/>
        </p:spPr>
        <p:txBody>
          <a:bodyPr wrap="square" lIns="91407" tIns="45703" rIns="91407" bIns="45703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流式响应输出​</a:t>
            </a:r>
            <a:endParaRPr 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224936" y="5054777"/>
            <a:ext cx="2640916" cy="535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传统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AI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对话需等待完整内容生成后才返回结果，容易导致用户焦虑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7" name="Rectangle: Rounded Corners 26"/>
          <p:cNvSpPr/>
          <p:nvPr/>
        </p:nvSpPr>
        <p:spPr>
          <a:xfrm>
            <a:off x="4388737" y="3898175"/>
            <a:ext cx="3404067" cy="1934890"/>
          </a:xfrm>
          <a:prstGeom prst="roundRect">
            <a:avLst>
              <a:gd name="adj" fmla="val 712"/>
            </a:avLst>
          </a:prstGeom>
          <a:solidFill>
            <a:schemeClr val="bg1">
              <a:alpha val="2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0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8" name="Freeform 44"/>
          <p:cNvSpPr>
            <a:spLocks noEditPoints="1"/>
          </p:cNvSpPr>
          <p:nvPr/>
        </p:nvSpPr>
        <p:spPr bwMode="auto">
          <a:xfrm>
            <a:off x="5872722" y="4157027"/>
            <a:ext cx="437626" cy="364891"/>
          </a:xfrm>
          <a:custGeom>
            <a:avLst/>
            <a:gdLst>
              <a:gd name="T0" fmla="*/ 64 w 216"/>
              <a:gd name="T1" fmla="*/ 144 h 180"/>
              <a:gd name="T2" fmla="*/ 104 w 216"/>
              <a:gd name="T3" fmla="*/ 151 h 180"/>
              <a:gd name="T4" fmla="*/ 104 w 216"/>
              <a:gd name="T5" fmla="*/ 153 h 180"/>
              <a:gd name="T6" fmla="*/ 108 w 216"/>
              <a:gd name="T7" fmla="*/ 152 h 180"/>
              <a:gd name="T8" fmla="*/ 112 w 216"/>
              <a:gd name="T9" fmla="*/ 153 h 180"/>
              <a:gd name="T10" fmla="*/ 112 w 216"/>
              <a:gd name="T11" fmla="*/ 151 h 180"/>
              <a:gd name="T12" fmla="*/ 152 w 216"/>
              <a:gd name="T13" fmla="*/ 144 h 180"/>
              <a:gd name="T14" fmla="*/ 195 w 216"/>
              <a:gd name="T15" fmla="*/ 152 h 180"/>
              <a:gd name="T16" fmla="*/ 200 w 216"/>
              <a:gd name="T17" fmla="*/ 153 h 180"/>
              <a:gd name="T18" fmla="*/ 200 w 216"/>
              <a:gd name="T19" fmla="*/ 9 h 180"/>
              <a:gd name="T20" fmla="*/ 197 w 216"/>
              <a:gd name="T21" fmla="*/ 8 h 180"/>
              <a:gd name="T22" fmla="*/ 152 w 216"/>
              <a:gd name="T23" fmla="*/ 0 h 180"/>
              <a:gd name="T24" fmla="*/ 108 w 216"/>
              <a:gd name="T25" fmla="*/ 8 h 180"/>
              <a:gd name="T26" fmla="*/ 64 w 216"/>
              <a:gd name="T27" fmla="*/ 0 h 180"/>
              <a:gd name="T28" fmla="*/ 19 w 216"/>
              <a:gd name="T29" fmla="*/ 8 h 180"/>
              <a:gd name="T30" fmla="*/ 16 w 216"/>
              <a:gd name="T31" fmla="*/ 9 h 180"/>
              <a:gd name="T32" fmla="*/ 16 w 216"/>
              <a:gd name="T33" fmla="*/ 153 h 180"/>
              <a:gd name="T34" fmla="*/ 21 w 216"/>
              <a:gd name="T35" fmla="*/ 152 h 180"/>
              <a:gd name="T36" fmla="*/ 64 w 216"/>
              <a:gd name="T37" fmla="*/ 144 h 180"/>
              <a:gd name="T38" fmla="*/ 112 w 216"/>
              <a:gd name="T39" fmla="*/ 15 h 180"/>
              <a:gd name="T40" fmla="*/ 152 w 216"/>
              <a:gd name="T41" fmla="*/ 8 h 180"/>
              <a:gd name="T42" fmla="*/ 192 w 216"/>
              <a:gd name="T43" fmla="*/ 15 h 180"/>
              <a:gd name="T44" fmla="*/ 192 w 216"/>
              <a:gd name="T45" fmla="*/ 143 h 180"/>
              <a:gd name="T46" fmla="*/ 152 w 216"/>
              <a:gd name="T47" fmla="*/ 136 h 180"/>
              <a:gd name="T48" fmla="*/ 112 w 216"/>
              <a:gd name="T49" fmla="*/ 143 h 180"/>
              <a:gd name="T50" fmla="*/ 112 w 216"/>
              <a:gd name="T51" fmla="*/ 15 h 180"/>
              <a:gd name="T52" fmla="*/ 24 w 216"/>
              <a:gd name="T53" fmla="*/ 15 h 180"/>
              <a:gd name="T54" fmla="*/ 64 w 216"/>
              <a:gd name="T55" fmla="*/ 8 h 180"/>
              <a:gd name="T56" fmla="*/ 104 w 216"/>
              <a:gd name="T57" fmla="*/ 15 h 180"/>
              <a:gd name="T58" fmla="*/ 104 w 216"/>
              <a:gd name="T59" fmla="*/ 143 h 180"/>
              <a:gd name="T60" fmla="*/ 64 w 216"/>
              <a:gd name="T61" fmla="*/ 136 h 180"/>
              <a:gd name="T62" fmla="*/ 24 w 216"/>
              <a:gd name="T63" fmla="*/ 143 h 180"/>
              <a:gd name="T64" fmla="*/ 24 w 216"/>
              <a:gd name="T65" fmla="*/ 15 h 180"/>
              <a:gd name="T66" fmla="*/ 208 w 216"/>
              <a:gd name="T67" fmla="*/ 20 h 180"/>
              <a:gd name="T68" fmla="*/ 208 w 216"/>
              <a:gd name="T69" fmla="*/ 164 h 180"/>
              <a:gd name="T70" fmla="*/ 120 w 216"/>
              <a:gd name="T71" fmla="*/ 164 h 180"/>
              <a:gd name="T72" fmla="*/ 120 w 216"/>
              <a:gd name="T73" fmla="*/ 172 h 180"/>
              <a:gd name="T74" fmla="*/ 96 w 216"/>
              <a:gd name="T75" fmla="*/ 172 h 180"/>
              <a:gd name="T76" fmla="*/ 96 w 216"/>
              <a:gd name="T77" fmla="*/ 164 h 180"/>
              <a:gd name="T78" fmla="*/ 8 w 216"/>
              <a:gd name="T79" fmla="*/ 164 h 180"/>
              <a:gd name="T80" fmla="*/ 8 w 216"/>
              <a:gd name="T81" fmla="*/ 20 h 180"/>
              <a:gd name="T82" fmla="*/ 0 w 216"/>
              <a:gd name="T83" fmla="*/ 20 h 180"/>
              <a:gd name="T84" fmla="*/ 0 w 216"/>
              <a:gd name="T85" fmla="*/ 172 h 180"/>
              <a:gd name="T86" fmla="*/ 88 w 216"/>
              <a:gd name="T87" fmla="*/ 172 h 180"/>
              <a:gd name="T88" fmla="*/ 88 w 216"/>
              <a:gd name="T89" fmla="*/ 180 h 180"/>
              <a:gd name="T90" fmla="*/ 128 w 216"/>
              <a:gd name="T91" fmla="*/ 180 h 180"/>
              <a:gd name="T92" fmla="*/ 128 w 216"/>
              <a:gd name="T93" fmla="*/ 172 h 180"/>
              <a:gd name="T94" fmla="*/ 216 w 216"/>
              <a:gd name="T95" fmla="*/ 172 h 180"/>
              <a:gd name="T96" fmla="*/ 216 w 216"/>
              <a:gd name="T97" fmla="*/ 20 h 180"/>
              <a:gd name="T98" fmla="*/ 208 w 216"/>
              <a:gd name="T99" fmla="*/ 2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6" h="180">
                <a:moveTo>
                  <a:pt x="64" y="144"/>
                </a:moveTo>
                <a:cubicBezTo>
                  <a:pt x="73" y="144"/>
                  <a:pt x="96" y="149"/>
                  <a:pt x="104" y="151"/>
                </a:cubicBezTo>
                <a:cubicBezTo>
                  <a:pt x="104" y="153"/>
                  <a:pt x="104" y="153"/>
                  <a:pt x="104" y="153"/>
                </a:cubicBezTo>
                <a:cubicBezTo>
                  <a:pt x="108" y="152"/>
                  <a:pt x="108" y="152"/>
                  <a:pt x="108" y="152"/>
                </a:cubicBezTo>
                <a:cubicBezTo>
                  <a:pt x="112" y="153"/>
                  <a:pt x="112" y="153"/>
                  <a:pt x="112" y="153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20" y="149"/>
                  <a:pt x="144" y="144"/>
                  <a:pt x="152" y="144"/>
                </a:cubicBezTo>
                <a:cubicBezTo>
                  <a:pt x="163" y="144"/>
                  <a:pt x="195" y="152"/>
                  <a:pt x="195" y="152"/>
                </a:cubicBezTo>
                <a:cubicBezTo>
                  <a:pt x="200" y="153"/>
                  <a:pt x="200" y="153"/>
                  <a:pt x="200" y="153"/>
                </a:cubicBezTo>
                <a:cubicBezTo>
                  <a:pt x="200" y="9"/>
                  <a:pt x="200" y="9"/>
                  <a:pt x="200" y="9"/>
                </a:cubicBezTo>
                <a:cubicBezTo>
                  <a:pt x="197" y="8"/>
                  <a:pt x="197" y="8"/>
                  <a:pt x="197" y="8"/>
                </a:cubicBezTo>
                <a:cubicBezTo>
                  <a:pt x="196" y="8"/>
                  <a:pt x="164" y="0"/>
                  <a:pt x="152" y="0"/>
                </a:cubicBezTo>
                <a:cubicBezTo>
                  <a:pt x="142" y="0"/>
                  <a:pt x="114" y="7"/>
                  <a:pt x="108" y="8"/>
                </a:cubicBezTo>
                <a:cubicBezTo>
                  <a:pt x="103" y="7"/>
                  <a:pt x="75" y="0"/>
                  <a:pt x="64" y="0"/>
                </a:cubicBezTo>
                <a:cubicBezTo>
                  <a:pt x="53" y="0"/>
                  <a:pt x="21" y="8"/>
                  <a:pt x="19" y="8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153"/>
                  <a:pt x="16" y="153"/>
                  <a:pt x="16" y="153"/>
                </a:cubicBezTo>
                <a:cubicBezTo>
                  <a:pt x="21" y="152"/>
                  <a:pt x="21" y="152"/>
                  <a:pt x="21" y="152"/>
                </a:cubicBezTo>
                <a:cubicBezTo>
                  <a:pt x="21" y="152"/>
                  <a:pt x="54" y="144"/>
                  <a:pt x="64" y="144"/>
                </a:cubicBezTo>
                <a:close/>
                <a:moveTo>
                  <a:pt x="112" y="15"/>
                </a:moveTo>
                <a:cubicBezTo>
                  <a:pt x="121" y="13"/>
                  <a:pt x="144" y="8"/>
                  <a:pt x="152" y="8"/>
                </a:cubicBezTo>
                <a:cubicBezTo>
                  <a:pt x="161" y="8"/>
                  <a:pt x="184" y="13"/>
                  <a:pt x="192" y="15"/>
                </a:cubicBezTo>
                <a:cubicBezTo>
                  <a:pt x="192" y="143"/>
                  <a:pt x="192" y="143"/>
                  <a:pt x="192" y="143"/>
                </a:cubicBezTo>
                <a:cubicBezTo>
                  <a:pt x="182" y="141"/>
                  <a:pt x="161" y="136"/>
                  <a:pt x="152" y="136"/>
                </a:cubicBezTo>
                <a:cubicBezTo>
                  <a:pt x="143" y="136"/>
                  <a:pt x="122" y="141"/>
                  <a:pt x="112" y="143"/>
                </a:cubicBezTo>
                <a:lnTo>
                  <a:pt x="112" y="15"/>
                </a:lnTo>
                <a:close/>
                <a:moveTo>
                  <a:pt x="24" y="15"/>
                </a:moveTo>
                <a:cubicBezTo>
                  <a:pt x="33" y="13"/>
                  <a:pt x="56" y="8"/>
                  <a:pt x="64" y="8"/>
                </a:cubicBezTo>
                <a:cubicBezTo>
                  <a:pt x="73" y="8"/>
                  <a:pt x="96" y="13"/>
                  <a:pt x="104" y="15"/>
                </a:cubicBezTo>
                <a:cubicBezTo>
                  <a:pt x="104" y="143"/>
                  <a:pt x="104" y="143"/>
                  <a:pt x="104" y="143"/>
                </a:cubicBezTo>
                <a:cubicBezTo>
                  <a:pt x="94" y="141"/>
                  <a:pt x="73" y="136"/>
                  <a:pt x="64" y="136"/>
                </a:cubicBezTo>
                <a:cubicBezTo>
                  <a:pt x="55" y="136"/>
                  <a:pt x="34" y="141"/>
                  <a:pt x="24" y="143"/>
                </a:cubicBezTo>
                <a:lnTo>
                  <a:pt x="24" y="15"/>
                </a:lnTo>
                <a:close/>
                <a:moveTo>
                  <a:pt x="208" y="20"/>
                </a:moveTo>
                <a:cubicBezTo>
                  <a:pt x="208" y="164"/>
                  <a:pt x="208" y="164"/>
                  <a:pt x="208" y="164"/>
                </a:cubicBezTo>
                <a:cubicBezTo>
                  <a:pt x="120" y="164"/>
                  <a:pt x="120" y="164"/>
                  <a:pt x="120" y="164"/>
                </a:cubicBezTo>
                <a:cubicBezTo>
                  <a:pt x="120" y="172"/>
                  <a:pt x="120" y="172"/>
                  <a:pt x="120" y="172"/>
                </a:cubicBezTo>
                <a:cubicBezTo>
                  <a:pt x="96" y="172"/>
                  <a:pt x="96" y="172"/>
                  <a:pt x="96" y="172"/>
                </a:cubicBezTo>
                <a:cubicBezTo>
                  <a:pt x="96" y="164"/>
                  <a:pt x="96" y="164"/>
                  <a:pt x="96" y="164"/>
                </a:cubicBezTo>
                <a:cubicBezTo>
                  <a:pt x="8" y="164"/>
                  <a:pt x="8" y="164"/>
                  <a:pt x="8" y="164"/>
                </a:cubicBezTo>
                <a:cubicBezTo>
                  <a:pt x="8" y="20"/>
                  <a:pt x="8" y="20"/>
                  <a:pt x="8" y="2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72"/>
                  <a:pt x="0" y="172"/>
                  <a:pt x="0" y="172"/>
                </a:cubicBezTo>
                <a:cubicBezTo>
                  <a:pt x="88" y="172"/>
                  <a:pt x="88" y="172"/>
                  <a:pt x="88" y="172"/>
                </a:cubicBezTo>
                <a:cubicBezTo>
                  <a:pt x="88" y="180"/>
                  <a:pt x="88" y="180"/>
                  <a:pt x="88" y="180"/>
                </a:cubicBezTo>
                <a:cubicBezTo>
                  <a:pt x="128" y="180"/>
                  <a:pt x="128" y="180"/>
                  <a:pt x="128" y="180"/>
                </a:cubicBezTo>
                <a:cubicBezTo>
                  <a:pt x="128" y="172"/>
                  <a:pt x="128" y="172"/>
                  <a:pt x="128" y="172"/>
                </a:cubicBezTo>
                <a:cubicBezTo>
                  <a:pt x="216" y="172"/>
                  <a:pt x="216" y="172"/>
                  <a:pt x="216" y="172"/>
                </a:cubicBezTo>
                <a:cubicBezTo>
                  <a:pt x="216" y="20"/>
                  <a:pt x="216" y="20"/>
                  <a:pt x="216" y="20"/>
                </a:cubicBezTo>
                <a:lnTo>
                  <a:pt x="208" y="2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07" tIns="45703" rIns="91407" bIns="45703" numCol="1" anchor="t" anchorCtr="0" compatLnSpc="1"/>
          <a:lstStyle/>
          <a:p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74099" y="4752816"/>
            <a:ext cx="1834879" cy="338432"/>
          </a:xfrm>
          <a:prstGeom prst="rect">
            <a:avLst/>
          </a:prstGeom>
          <a:noFill/>
        </p:spPr>
        <p:txBody>
          <a:bodyPr wrap="square" lIns="91407" tIns="45703" rIns="91407" bIns="45703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标签页切换功能</a:t>
            </a:r>
            <a:endParaRPr 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770312" y="5054777"/>
            <a:ext cx="2640916" cy="535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类浏览器的标签页切换功能，需实现标签页的添加，切换与关闭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2" name="Rectangle: Rounded Corners 31"/>
          <p:cNvSpPr/>
          <p:nvPr/>
        </p:nvSpPr>
        <p:spPr>
          <a:xfrm>
            <a:off x="7944574" y="3898174"/>
            <a:ext cx="3404067" cy="1934890"/>
          </a:xfrm>
          <a:prstGeom prst="roundRect">
            <a:avLst>
              <a:gd name="adj" fmla="val 712"/>
            </a:avLst>
          </a:prstGeom>
          <a:solidFill>
            <a:schemeClr val="bg1">
              <a:alpha val="2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0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3" name="Freeform 30"/>
          <p:cNvSpPr>
            <a:spLocks noEditPoints="1"/>
          </p:cNvSpPr>
          <p:nvPr/>
        </p:nvSpPr>
        <p:spPr bwMode="auto">
          <a:xfrm>
            <a:off x="9426256" y="4173799"/>
            <a:ext cx="440701" cy="331343"/>
          </a:xfrm>
          <a:custGeom>
            <a:avLst/>
            <a:gdLst>
              <a:gd name="T0" fmla="*/ 212 w 228"/>
              <a:gd name="T1" fmla="*/ 19 h 172"/>
              <a:gd name="T2" fmla="*/ 19 w 228"/>
              <a:gd name="T3" fmla="*/ 0 h 172"/>
              <a:gd name="T4" fmla="*/ 0 w 228"/>
              <a:gd name="T5" fmla="*/ 121 h 172"/>
              <a:gd name="T6" fmla="*/ 86 w 228"/>
              <a:gd name="T7" fmla="*/ 140 h 172"/>
              <a:gd name="T8" fmla="*/ 72 w 228"/>
              <a:gd name="T9" fmla="*/ 164 h 172"/>
              <a:gd name="T10" fmla="*/ 72 w 228"/>
              <a:gd name="T11" fmla="*/ 172 h 172"/>
              <a:gd name="T12" fmla="*/ 144 w 228"/>
              <a:gd name="T13" fmla="*/ 168 h 172"/>
              <a:gd name="T14" fmla="*/ 128 w 228"/>
              <a:gd name="T15" fmla="*/ 164 h 172"/>
              <a:gd name="T16" fmla="*/ 156 w 228"/>
              <a:gd name="T17" fmla="*/ 140 h 172"/>
              <a:gd name="T18" fmla="*/ 175 w 228"/>
              <a:gd name="T19" fmla="*/ 172 h 172"/>
              <a:gd name="T20" fmla="*/ 228 w 228"/>
              <a:gd name="T21" fmla="*/ 153 h 172"/>
              <a:gd name="T22" fmla="*/ 212 w 228"/>
              <a:gd name="T23" fmla="*/ 40 h 172"/>
              <a:gd name="T24" fmla="*/ 94 w 228"/>
              <a:gd name="T25" fmla="*/ 140 h 172"/>
              <a:gd name="T26" fmla="*/ 120 w 228"/>
              <a:gd name="T27" fmla="*/ 164 h 172"/>
              <a:gd name="T28" fmla="*/ 156 w 228"/>
              <a:gd name="T29" fmla="*/ 132 h 172"/>
              <a:gd name="T30" fmla="*/ 8 w 228"/>
              <a:gd name="T31" fmla="*/ 121 h 172"/>
              <a:gd name="T32" fmla="*/ 156 w 228"/>
              <a:gd name="T33" fmla="*/ 120 h 172"/>
              <a:gd name="T34" fmla="*/ 156 w 228"/>
              <a:gd name="T35" fmla="*/ 59 h 172"/>
              <a:gd name="T36" fmla="*/ 8 w 228"/>
              <a:gd name="T37" fmla="*/ 112 h 172"/>
              <a:gd name="T38" fmla="*/ 19 w 228"/>
              <a:gd name="T39" fmla="*/ 8 h 172"/>
              <a:gd name="T40" fmla="*/ 204 w 228"/>
              <a:gd name="T41" fmla="*/ 19 h 172"/>
              <a:gd name="T42" fmla="*/ 175 w 228"/>
              <a:gd name="T43" fmla="*/ 40 h 172"/>
              <a:gd name="T44" fmla="*/ 220 w 228"/>
              <a:gd name="T45" fmla="*/ 153 h 172"/>
              <a:gd name="T46" fmla="*/ 175 w 228"/>
              <a:gd name="T47" fmla="*/ 164 h 172"/>
              <a:gd name="T48" fmla="*/ 164 w 228"/>
              <a:gd name="T49" fmla="*/ 59 h 172"/>
              <a:gd name="T50" fmla="*/ 209 w 228"/>
              <a:gd name="T51" fmla="*/ 48 h 172"/>
              <a:gd name="T52" fmla="*/ 220 w 228"/>
              <a:gd name="T53" fmla="*/ 153 h 172"/>
              <a:gd name="T54" fmla="*/ 188 w 228"/>
              <a:gd name="T55" fmla="*/ 56 h 172"/>
              <a:gd name="T56" fmla="*/ 188 w 228"/>
              <a:gd name="T57" fmla="*/ 64 h 172"/>
              <a:gd name="T58" fmla="*/ 200 w 228"/>
              <a:gd name="T59" fmla="*/ 60 h 172"/>
              <a:gd name="T60" fmla="*/ 193 w 228"/>
              <a:gd name="T61" fmla="*/ 140 h 172"/>
              <a:gd name="T62" fmla="*/ 184 w 228"/>
              <a:gd name="T63" fmla="*/ 148 h 172"/>
              <a:gd name="T64" fmla="*/ 192 w 228"/>
              <a:gd name="T65" fmla="*/ 156 h 172"/>
              <a:gd name="T66" fmla="*/ 200 w 228"/>
              <a:gd name="T67" fmla="*/ 149 h 172"/>
              <a:gd name="T68" fmla="*/ 193 w 228"/>
              <a:gd name="T69" fmla="*/ 140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28" h="172">
                <a:moveTo>
                  <a:pt x="212" y="40"/>
                </a:moveTo>
                <a:cubicBezTo>
                  <a:pt x="212" y="19"/>
                  <a:pt x="212" y="19"/>
                  <a:pt x="212" y="19"/>
                </a:cubicBezTo>
                <a:cubicBezTo>
                  <a:pt x="212" y="9"/>
                  <a:pt x="203" y="0"/>
                  <a:pt x="193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9" y="0"/>
                  <a:pt x="0" y="9"/>
                  <a:pt x="0" y="19"/>
                </a:cubicBezTo>
                <a:cubicBezTo>
                  <a:pt x="0" y="121"/>
                  <a:pt x="0" y="121"/>
                  <a:pt x="0" y="121"/>
                </a:cubicBezTo>
                <a:cubicBezTo>
                  <a:pt x="0" y="131"/>
                  <a:pt x="9" y="140"/>
                  <a:pt x="19" y="140"/>
                </a:cubicBezTo>
                <a:cubicBezTo>
                  <a:pt x="86" y="140"/>
                  <a:pt x="86" y="140"/>
                  <a:pt x="86" y="140"/>
                </a:cubicBezTo>
                <a:cubicBezTo>
                  <a:pt x="84" y="164"/>
                  <a:pt x="84" y="164"/>
                  <a:pt x="84" y="164"/>
                </a:cubicBezTo>
                <a:cubicBezTo>
                  <a:pt x="72" y="164"/>
                  <a:pt x="72" y="164"/>
                  <a:pt x="72" y="164"/>
                </a:cubicBezTo>
                <a:cubicBezTo>
                  <a:pt x="70" y="164"/>
                  <a:pt x="68" y="166"/>
                  <a:pt x="68" y="168"/>
                </a:cubicBezTo>
                <a:cubicBezTo>
                  <a:pt x="68" y="170"/>
                  <a:pt x="70" y="172"/>
                  <a:pt x="72" y="172"/>
                </a:cubicBezTo>
                <a:cubicBezTo>
                  <a:pt x="140" y="172"/>
                  <a:pt x="140" y="172"/>
                  <a:pt x="140" y="172"/>
                </a:cubicBezTo>
                <a:cubicBezTo>
                  <a:pt x="142" y="172"/>
                  <a:pt x="144" y="170"/>
                  <a:pt x="144" y="168"/>
                </a:cubicBezTo>
                <a:cubicBezTo>
                  <a:pt x="144" y="166"/>
                  <a:pt x="142" y="164"/>
                  <a:pt x="140" y="164"/>
                </a:cubicBezTo>
                <a:cubicBezTo>
                  <a:pt x="128" y="164"/>
                  <a:pt x="128" y="164"/>
                  <a:pt x="128" y="164"/>
                </a:cubicBezTo>
                <a:cubicBezTo>
                  <a:pt x="126" y="140"/>
                  <a:pt x="126" y="140"/>
                  <a:pt x="126" y="140"/>
                </a:cubicBezTo>
                <a:cubicBezTo>
                  <a:pt x="156" y="140"/>
                  <a:pt x="156" y="140"/>
                  <a:pt x="156" y="140"/>
                </a:cubicBezTo>
                <a:cubicBezTo>
                  <a:pt x="156" y="153"/>
                  <a:pt x="156" y="153"/>
                  <a:pt x="156" y="153"/>
                </a:cubicBezTo>
                <a:cubicBezTo>
                  <a:pt x="156" y="163"/>
                  <a:pt x="165" y="172"/>
                  <a:pt x="175" y="172"/>
                </a:cubicBezTo>
                <a:cubicBezTo>
                  <a:pt x="209" y="172"/>
                  <a:pt x="209" y="172"/>
                  <a:pt x="209" y="172"/>
                </a:cubicBezTo>
                <a:cubicBezTo>
                  <a:pt x="219" y="172"/>
                  <a:pt x="228" y="163"/>
                  <a:pt x="228" y="153"/>
                </a:cubicBezTo>
                <a:cubicBezTo>
                  <a:pt x="228" y="59"/>
                  <a:pt x="228" y="59"/>
                  <a:pt x="228" y="59"/>
                </a:cubicBezTo>
                <a:cubicBezTo>
                  <a:pt x="228" y="50"/>
                  <a:pt x="221" y="42"/>
                  <a:pt x="212" y="40"/>
                </a:cubicBezTo>
                <a:close/>
                <a:moveTo>
                  <a:pt x="92" y="164"/>
                </a:moveTo>
                <a:cubicBezTo>
                  <a:pt x="94" y="140"/>
                  <a:pt x="94" y="140"/>
                  <a:pt x="94" y="140"/>
                </a:cubicBezTo>
                <a:cubicBezTo>
                  <a:pt x="118" y="140"/>
                  <a:pt x="118" y="140"/>
                  <a:pt x="118" y="140"/>
                </a:cubicBezTo>
                <a:cubicBezTo>
                  <a:pt x="120" y="164"/>
                  <a:pt x="120" y="164"/>
                  <a:pt x="120" y="164"/>
                </a:cubicBezTo>
                <a:lnTo>
                  <a:pt x="92" y="164"/>
                </a:lnTo>
                <a:close/>
                <a:moveTo>
                  <a:pt x="156" y="132"/>
                </a:moveTo>
                <a:cubicBezTo>
                  <a:pt x="19" y="132"/>
                  <a:pt x="19" y="132"/>
                  <a:pt x="19" y="132"/>
                </a:cubicBezTo>
                <a:cubicBezTo>
                  <a:pt x="13" y="132"/>
                  <a:pt x="8" y="127"/>
                  <a:pt x="8" y="121"/>
                </a:cubicBezTo>
                <a:cubicBezTo>
                  <a:pt x="8" y="120"/>
                  <a:pt x="8" y="120"/>
                  <a:pt x="8" y="120"/>
                </a:cubicBezTo>
                <a:cubicBezTo>
                  <a:pt x="156" y="120"/>
                  <a:pt x="156" y="120"/>
                  <a:pt x="156" y="120"/>
                </a:cubicBezTo>
                <a:lnTo>
                  <a:pt x="156" y="132"/>
                </a:lnTo>
                <a:close/>
                <a:moveTo>
                  <a:pt x="156" y="59"/>
                </a:moveTo>
                <a:cubicBezTo>
                  <a:pt x="156" y="112"/>
                  <a:pt x="156" y="112"/>
                  <a:pt x="156" y="112"/>
                </a:cubicBezTo>
                <a:cubicBezTo>
                  <a:pt x="8" y="112"/>
                  <a:pt x="8" y="112"/>
                  <a:pt x="8" y="112"/>
                </a:cubicBezTo>
                <a:cubicBezTo>
                  <a:pt x="8" y="19"/>
                  <a:pt x="8" y="19"/>
                  <a:pt x="8" y="19"/>
                </a:cubicBezTo>
                <a:cubicBezTo>
                  <a:pt x="8" y="13"/>
                  <a:pt x="13" y="8"/>
                  <a:pt x="19" y="8"/>
                </a:cubicBezTo>
                <a:cubicBezTo>
                  <a:pt x="193" y="8"/>
                  <a:pt x="193" y="8"/>
                  <a:pt x="193" y="8"/>
                </a:cubicBezTo>
                <a:cubicBezTo>
                  <a:pt x="199" y="8"/>
                  <a:pt x="204" y="13"/>
                  <a:pt x="204" y="19"/>
                </a:cubicBezTo>
                <a:cubicBezTo>
                  <a:pt x="204" y="40"/>
                  <a:pt x="204" y="40"/>
                  <a:pt x="204" y="40"/>
                </a:cubicBezTo>
                <a:cubicBezTo>
                  <a:pt x="175" y="40"/>
                  <a:pt x="175" y="40"/>
                  <a:pt x="175" y="40"/>
                </a:cubicBezTo>
                <a:cubicBezTo>
                  <a:pt x="165" y="40"/>
                  <a:pt x="156" y="49"/>
                  <a:pt x="156" y="59"/>
                </a:cubicBezTo>
                <a:close/>
                <a:moveTo>
                  <a:pt x="220" y="153"/>
                </a:moveTo>
                <a:cubicBezTo>
                  <a:pt x="220" y="159"/>
                  <a:pt x="215" y="164"/>
                  <a:pt x="209" y="164"/>
                </a:cubicBezTo>
                <a:cubicBezTo>
                  <a:pt x="175" y="164"/>
                  <a:pt x="175" y="164"/>
                  <a:pt x="175" y="164"/>
                </a:cubicBezTo>
                <a:cubicBezTo>
                  <a:pt x="169" y="164"/>
                  <a:pt x="164" y="159"/>
                  <a:pt x="164" y="153"/>
                </a:cubicBezTo>
                <a:cubicBezTo>
                  <a:pt x="164" y="59"/>
                  <a:pt x="164" y="59"/>
                  <a:pt x="164" y="59"/>
                </a:cubicBezTo>
                <a:cubicBezTo>
                  <a:pt x="164" y="53"/>
                  <a:pt x="169" y="48"/>
                  <a:pt x="175" y="48"/>
                </a:cubicBezTo>
                <a:cubicBezTo>
                  <a:pt x="209" y="48"/>
                  <a:pt x="209" y="48"/>
                  <a:pt x="209" y="48"/>
                </a:cubicBezTo>
                <a:cubicBezTo>
                  <a:pt x="215" y="48"/>
                  <a:pt x="220" y="53"/>
                  <a:pt x="220" y="59"/>
                </a:cubicBezTo>
                <a:lnTo>
                  <a:pt x="220" y="153"/>
                </a:lnTo>
                <a:close/>
                <a:moveTo>
                  <a:pt x="196" y="56"/>
                </a:moveTo>
                <a:cubicBezTo>
                  <a:pt x="188" y="56"/>
                  <a:pt x="188" y="56"/>
                  <a:pt x="188" y="56"/>
                </a:cubicBezTo>
                <a:cubicBezTo>
                  <a:pt x="186" y="56"/>
                  <a:pt x="184" y="58"/>
                  <a:pt x="184" y="60"/>
                </a:cubicBezTo>
                <a:cubicBezTo>
                  <a:pt x="184" y="62"/>
                  <a:pt x="186" y="64"/>
                  <a:pt x="188" y="64"/>
                </a:cubicBezTo>
                <a:cubicBezTo>
                  <a:pt x="196" y="64"/>
                  <a:pt x="196" y="64"/>
                  <a:pt x="196" y="64"/>
                </a:cubicBezTo>
                <a:cubicBezTo>
                  <a:pt x="198" y="64"/>
                  <a:pt x="200" y="62"/>
                  <a:pt x="200" y="60"/>
                </a:cubicBezTo>
                <a:cubicBezTo>
                  <a:pt x="200" y="58"/>
                  <a:pt x="198" y="56"/>
                  <a:pt x="196" y="56"/>
                </a:cubicBezTo>
                <a:close/>
                <a:moveTo>
                  <a:pt x="193" y="140"/>
                </a:moveTo>
                <a:cubicBezTo>
                  <a:pt x="192" y="140"/>
                  <a:pt x="192" y="140"/>
                  <a:pt x="192" y="140"/>
                </a:cubicBezTo>
                <a:cubicBezTo>
                  <a:pt x="187" y="140"/>
                  <a:pt x="184" y="143"/>
                  <a:pt x="184" y="148"/>
                </a:cubicBezTo>
                <a:cubicBezTo>
                  <a:pt x="184" y="149"/>
                  <a:pt x="184" y="149"/>
                  <a:pt x="184" y="149"/>
                </a:cubicBezTo>
                <a:cubicBezTo>
                  <a:pt x="184" y="153"/>
                  <a:pt x="187" y="156"/>
                  <a:pt x="192" y="156"/>
                </a:cubicBezTo>
                <a:cubicBezTo>
                  <a:pt x="193" y="156"/>
                  <a:pt x="193" y="156"/>
                  <a:pt x="193" y="156"/>
                </a:cubicBezTo>
                <a:cubicBezTo>
                  <a:pt x="197" y="156"/>
                  <a:pt x="200" y="153"/>
                  <a:pt x="200" y="149"/>
                </a:cubicBezTo>
                <a:cubicBezTo>
                  <a:pt x="200" y="148"/>
                  <a:pt x="200" y="148"/>
                  <a:pt x="200" y="148"/>
                </a:cubicBezTo>
                <a:cubicBezTo>
                  <a:pt x="200" y="143"/>
                  <a:pt x="197" y="140"/>
                  <a:pt x="193" y="1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07" tIns="45703" rIns="91407" bIns="45703" numCol="1" anchor="t" anchorCtr="0" compatLnSpc="1"/>
          <a:lstStyle/>
          <a:p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729168" y="4752815"/>
            <a:ext cx="1834879" cy="338432"/>
          </a:xfrm>
          <a:prstGeom prst="rect">
            <a:avLst/>
          </a:prstGeom>
          <a:noFill/>
        </p:spPr>
        <p:txBody>
          <a:bodyPr wrap="square" lIns="91407" tIns="45703" rIns="91407" bIns="45703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数据展示多图渲染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6149" y="5054776"/>
            <a:ext cx="2640916" cy="516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数据展示好多好多好多，根本渲染不过来！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6" name="Isosceles Triangle 45"/>
          <p:cNvSpPr/>
          <p:nvPr/>
        </p:nvSpPr>
        <p:spPr>
          <a:xfrm rot="10800000">
            <a:off x="2384460" y="1830557"/>
            <a:ext cx="321865" cy="120387"/>
          </a:xfrm>
          <a:prstGeom prst="triangle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7" name="Isosceles Triangle 46"/>
          <p:cNvSpPr/>
          <p:nvPr/>
        </p:nvSpPr>
        <p:spPr>
          <a:xfrm rot="10800000">
            <a:off x="5929838" y="1830557"/>
            <a:ext cx="321865" cy="120387"/>
          </a:xfrm>
          <a:prstGeom prst="triangle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1" name="Isosceles Triangle 50"/>
          <p:cNvSpPr/>
          <p:nvPr/>
        </p:nvSpPr>
        <p:spPr>
          <a:xfrm rot="10800000">
            <a:off x="2384460" y="3898177"/>
            <a:ext cx="321865" cy="120387"/>
          </a:xfrm>
          <a:prstGeom prst="triangle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2" name="Isosceles Triangle 51"/>
          <p:cNvSpPr/>
          <p:nvPr/>
        </p:nvSpPr>
        <p:spPr>
          <a:xfrm rot="10800000">
            <a:off x="5929838" y="3898177"/>
            <a:ext cx="321865" cy="120387"/>
          </a:xfrm>
          <a:prstGeom prst="triangle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3" name="Isosceles Triangle 52"/>
          <p:cNvSpPr/>
          <p:nvPr/>
        </p:nvSpPr>
        <p:spPr>
          <a:xfrm rot="10800000">
            <a:off x="9485675" y="3898177"/>
            <a:ext cx="321865" cy="120387"/>
          </a:xfrm>
          <a:prstGeom prst="triangle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7717056" y="1701011"/>
            <a:ext cx="3859102" cy="2197313"/>
            <a:chOff x="7945242" y="1566506"/>
            <a:chExt cx="3405298" cy="1938925"/>
          </a:xfrm>
        </p:grpSpPr>
        <p:sp>
          <p:nvSpPr>
            <p:cNvPr id="17" name="Rectangle: Rounded Corners 16"/>
            <p:cNvSpPr/>
            <p:nvPr/>
          </p:nvSpPr>
          <p:spPr>
            <a:xfrm>
              <a:off x="7945242" y="1569841"/>
              <a:ext cx="3405298" cy="1935590"/>
            </a:xfrm>
            <a:prstGeom prst="roundRect">
              <a:avLst>
                <a:gd name="adj" fmla="val 712"/>
              </a:avLst>
            </a:prstGeom>
            <a:solidFill>
              <a:schemeClr val="bg1"/>
            </a:solidFill>
            <a:ln>
              <a:noFill/>
            </a:ln>
            <a:effectLst>
              <a:outerShdw blurRad="889000" dist="317500" dir="8100000" sx="95000" sy="9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0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730119" y="2471473"/>
              <a:ext cx="1835543" cy="298634"/>
            </a:xfrm>
            <a:prstGeom prst="rect">
              <a:avLst/>
            </a:prstGeom>
            <a:noFill/>
          </p:spPr>
          <p:txBody>
            <a:bodyPr wrap="square" lIns="91407" tIns="45703" rIns="91407" bIns="45703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学情统计查询</a:t>
              </a:r>
              <a:endPara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326955" y="2767127"/>
              <a:ext cx="2641871" cy="6515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根据系统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ER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图与数据表结构，学情统计并没有直接存储，需要综合不同表格进行整体分析</a:t>
              </a:r>
              <a:endPara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48" name="Isosceles Triangle 47"/>
            <p:cNvSpPr/>
            <p:nvPr/>
          </p:nvSpPr>
          <p:spPr>
            <a:xfrm rot="10800000">
              <a:off x="9486900" y="1566506"/>
              <a:ext cx="321982" cy="120431"/>
            </a:xfrm>
            <a:prstGeom prst="triangle">
              <a:avLst/>
            </a:prstGeom>
            <a:gradFill>
              <a:gsLst>
                <a:gs pos="0">
                  <a:srgbClr val="2BFFFF"/>
                </a:gs>
                <a:gs pos="100000">
                  <a:srgbClr val="EAB1C4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8" name="Freeform 24"/>
            <p:cNvSpPr>
              <a:spLocks noEditPoints="1"/>
            </p:cNvSpPr>
            <p:nvPr/>
          </p:nvSpPr>
          <p:spPr bwMode="auto">
            <a:xfrm>
              <a:off x="9318343" y="1878682"/>
              <a:ext cx="659096" cy="568350"/>
            </a:xfrm>
            <a:custGeom>
              <a:avLst/>
              <a:gdLst>
                <a:gd name="T0" fmla="*/ 190 w 228"/>
                <a:gd name="T1" fmla="*/ 132 h 196"/>
                <a:gd name="T2" fmla="*/ 204 w 228"/>
                <a:gd name="T3" fmla="*/ 96 h 196"/>
                <a:gd name="T4" fmla="*/ 172 w 228"/>
                <a:gd name="T5" fmla="*/ 100 h 196"/>
                <a:gd name="T6" fmla="*/ 172 w 228"/>
                <a:gd name="T7" fmla="*/ 116 h 196"/>
                <a:gd name="T8" fmla="*/ 190 w 228"/>
                <a:gd name="T9" fmla="*/ 72 h 196"/>
                <a:gd name="T10" fmla="*/ 216 w 228"/>
                <a:gd name="T11" fmla="*/ 99 h 196"/>
                <a:gd name="T12" fmla="*/ 185 w 228"/>
                <a:gd name="T13" fmla="*/ 139 h 196"/>
                <a:gd name="T14" fmla="*/ 131 w 228"/>
                <a:gd name="T15" fmla="*/ 177 h 196"/>
                <a:gd name="T16" fmla="*/ 113 w 228"/>
                <a:gd name="T17" fmla="*/ 158 h 196"/>
                <a:gd name="T18" fmla="*/ 61 w 228"/>
                <a:gd name="T19" fmla="*/ 179 h 196"/>
                <a:gd name="T20" fmla="*/ 68 w 228"/>
                <a:gd name="T21" fmla="*/ 153 h 196"/>
                <a:gd name="T22" fmla="*/ 64 w 228"/>
                <a:gd name="T23" fmla="*/ 119 h 196"/>
                <a:gd name="T24" fmla="*/ 67 w 228"/>
                <a:gd name="T25" fmla="*/ 100 h 196"/>
                <a:gd name="T26" fmla="*/ 48 w 228"/>
                <a:gd name="T27" fmla="*/ 66 h 196"/>
                <a:gd name="T28" fmla="*/ 20 w 228"/>
                <a:gd name="T29" fmla="*/ 54 h 196"/>
                <a:gd name="T30" fmla="*/ 87 w 228"/>
                <a:gd name="T31" fmla="*/ 27 h 196"/>
                <a:gd name="T32" fmla="*/ 100 w 228"/>
                <a:gd name="T33" fmla="*/ 36 h 196"/>
                <a:gd name="T34" fmla="*/ 125 w 228"/>
                <a:gd name="T35" fmla="*/ 28 h 196"/>
                <a:gd name="T36" fmla="*/ 151 w 228"/>
                <a:gd name="T37" fmla="*/ 26 h 196"/>
                <a:gd name="T38" fmla="*/ 98 w 228"/>
                <a:gd name="T39" fmla="*/ 0 h 196"/>
                <a:gd name="T40" fmla="*/ 185 w 228"/>
                <a:gd name="T41" fmla="*/ 139 h 196"/>
                <a:gd name="T42" fmla="*/ 144 w 228"/>
                <a:gd name="T43" fmla="*/ 22 h 196"/>
                <a:gd name="T44" fmla="*/ 116 w 228"/>
                <a:gd name="T45" fmla="*/ 28 h 196"/>
                <a:gd name="T46" fmla="*/ 93 w 228"/>
                <a:gd name="T47" fmla="*/ 23 h 196"/>
                <a:gd name="T48" fmla="*/ 60 w 228"/>
                <a:gd name="T49" fmla="*/ 17 h 196"/>
                <a:gd name="T50" fmla="*/ 13 w 228"/>
                <a:gd name="T51" fmla="*/ 120 h 196"/>
                <a:gd name="T52" fmla="*/ 27 w 228"/>
                <a:gd name="T53" fmla="*/ 135 h 196"/>
                <a:gd name="T54" fmla="*/ 27 w 228"/>
                <a:gd name="T55" fmla="*/ 153 h 196"/>
                <a:gd name="T56" fmla="*/ 32 w 228"/>
                <a:gd name="T57" fmla="*/ 158 h 196"/>
                <a:gd name="T58" fmla="*/ 32 w 228"/>
                <a:gd name="T59" fmla="*/ 146 h 196"/>
                <a:gd name="T60" fmla="*/ 32 w 228"/>
                <a:gd name="T61" fmla="*/ 125 h 196"/>
                <a:gd name="T62" fmla="*/ 9 w 228"/>
                <a:gd name="T63" fmla="*/ 112 h 196"/>
                <a:gd name="T64" fmla="*/ 19 w 228"/>
                <a:gd name="T65" fmla="*/ 65 h 196"/>
                <a:gd name="T66" fmla="*/ 63 w 228"/>
                <a:gd name="T67" fmla="*/ 78 h 196"/>
                <a:gd name="T68" fmla="*/ 56 w 228"/>
                <a:gd name="T69" fmla="*/ 111 h 196"/>
                <a:gd name="T70" fmla="*/ 57 w 228"/>
                <a:gd name="T71" fmla="*/ 134 h 196"/>
                <a:gd name="T72" fmla="*/ 64 w 228"/>
                <a:gd name="T73" fmla="*/ 165 h 196"/>
                <a:gd name="T74" fmla="*/ 49 w 228"/>
                <a:gd name="T75" fmla="*/ 173 h 196"/>
                <a:gd name="T76" fmla="*/ 118 w 228"/>
                <a:gd name="T77" fmla="*/ 167 h 196"/>
                <a:gd name="T78" fmla="*/ 102 w 228"/>
                <a:gd name="T79" fmla="*/ 188 h 196"/>
                <a:gd name="T80" fmla="*/ 160 w 228"/>
                <a:gd name="T81" fmla="*/ 42 h 196"/>
                <a:gd name="T82" fmla="*/ 167 w 228"/>
                <a:gd name="T83" fmla="*/ 65 h 196"/>
                <a:gd name="T84" fmla="*/ 226 w 228"/>
                <a:gd name="T85" fmla="*/ 17 h 196"/>
                <a:gd name="T86" fmla="*/ 199 w 228"/>
                <a:gd name="T87" fmla="*/ 52 h 196"/>
                <a:gd name="T88" fmla="*/ 220 w 228"/>
                <a:gd name="T89" fmla="*/ 175 h 196"/>
                <a:gd name="T90" fmla="*/ 203 w 228"/>
                <a:gd name="T91" fmla="*/ 141 h 196"/>
                <a:gd name="T92" fmla="*/ 151 w 228"/>
                <a:gd name="T93" fmla="*/ 79 h 196"/>
                <a:gd name="T94" fmla="*/ 133 w 228"/>
                <a:gd name="T95" fmla="*/ 59 h 196"/>
                <a:gd name="T96" fmla="*/ 148 w 228"/>
                <a:gd name="T97" fmla="*/ 96 h 196"/>
                <a:gd name="T98" fmla="*/ 134 w 228"/>
                <a:gd name="T99" fmla="*/ 135 h 196"/>
                <a:gd name="T100" fmla="*/ 148 w 228"/>
                <a:gd name="T101" fmla="*/ 115 h 196"/>
                <a:gd name="T102" fmla="*/ 154 w 228"/>
                <a:gd name="T103" fmla="*/ 152 h 196"/>
                <a:gd name="T104" fmla="*/ 166 w 228"/>
                <a:gd name="T105" fmla="*/ 129 h 196"/>
                <a:gd name="T106" fmla="*/ 188 w 228"/>
                <a:gd name="T107" fmla="*/ 40 h 196"/>
                <a:gd name="T108" fmla="*/ 187 w 228"/>
                <a:gd name="T109" fmla="*/ 169 h 196"/>
                <a:gd name="T110" fmla="*/ 203 w 228"/>
                <a:gd name="T111" fmla="*/ 172 h 196"/>
                <a:gd name="T112" fmla="*/ 213 w 228"/>
                <a:gd name="T113" fmla="*/ 52 h 196"/>
                <a:gd name="T114" fmla="*/ 201 w 228"/>
                <a:gd name="T115" fmla="*/ 15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28" h="196">
                  <a:moveTo>
                    <a:pt x="224" y="98"/>
                  </a:moveTo>
                  <a:cubicBezTo>
                    <a:pt x="224" y="80"/>
                    <a:pt x="209" y="64"/>
                    <a:pt x="190" y="64"/>
                  </a:cubicBezTo>
                  <a:cubicBezTo>
                    <a:pt x="172" y="64"/>
                    <a:pt x="156" y="80"/>
                    <a:pt x="156" y="98"/>
                  </a:cubicBezTo>
                  <a:cubicBezTo>
                    <a:pt x="156" y="117"/>
                    <a:pt x="172" y="132"/>
                    <a:pt x="190" y="132"/>
                  </a:cubicBezTo>
                  <a:cubicBezTo>
                    <a:pt x="209" y="132"/>
                    <a:pt x="224" y="117"/>
                    <a:pt x="224" y="98"/>
                  </a:cubicBezTo>
                  <a:close/>
                  <a:moveTo>
                    <a:pt x="204" y="80"/>
                  </a:moveTo>
                  <a:cubicBezTo>
                    <a:pt x="209" y="80"/>
                    <a:pt x="212" y="84"/>
                    <a:pt x="212" y="88"/>
                  </a:cubicBezTo>
                  <a:cubicBezTo>
                    <a:pt x="212" y="93"/>
                    <a:pt x="209" y="96"/>
                    <a:pt x="204" y="96"/>
                  </a:cubicBezTo>
                  <a:cubicBezTo>
                    <a:pt x="200" y="96"/>
                    <a:pt x="196" y="93"/>
                    <a:pt x="196" y="88"/>
                  </a:cubicBezTo>
                  <a:cubicBezTo>
                    <a:pt x="196" y="84"/>
                    <a:pt x="200" y="80"/>
                    <a:pt x="204" y="80"/>
                  </a:cubicBezTo>
                  <a:close/>
                  <a:moveTo>
                    <a:pt x="168" y="104"/>
                  </a:moveTo>
                  <a:cubicBezTo>
                    <a:pt x="168" y="102"/>
                    <a:pt x="170" y="100"/>
                    <a:pt x="172" y="100"/>
                  </a:cubicBezTo>
                  <a:cubicBezTo>
                    <a:pt x="175" y="100"/>
                    <a:pt x="176" y="102"/>
                    <a:pt x="176" y="104"/>
                  </a:cubicBezTo>
                  <a:cubicBezTo>
                    <a:pt x="176" y="107"/>
                    <a:pt x="175" y="108"/>
                    <a:pt x="172" y="108"/>
                  </a:cubicBezTo>
                  <a:cubicBezTo>
                    <a:pt x="170" y="108"/>
                    <a:pt x="168" y="107"/>
                    <a:pt x="168" y="104"/>
                  </a:cubicBezTo>
                  <a:close/>
                  <a:moveTo>
                    <a:pt x="172" y="116"/>
                  </a:moveTo>
                  <a:cubicBezTo>
                    <a:pt x="179" y="116"/>
                    <a:pt x="184" y="111"/>
                    <a:pt x="184" y="104"/>
                  </a:cubicBezTo>
                  <a:cubicBezTo>
                    <a:pt x="184" y="98"/>
                    <a:pt x="179" y="92"/>
                    <a:pt x="172" y="92"/>
                  </a:cubicBezTo>
                  <a:cubicBezTo>
                    <a:pt x="169" y="92"/>
                    <a:pt x="167" y="94"/>
                    <a:pt x="164" y="95"/>
                  </a:cubicBezTo>
                  <a:cubicBezTo>
                    <a:pt x="166" y="82"/>
                    <a:pt x="177" y="72"/>
                    <a:pt x="190" y="72"/>
                  </a:cubicBezTo>
                  <a:cubicBezTo>
                    <a:pt x="193" y="72"/>
                    <a:pt x="196" y="73"/>
                    <a:pt x="198" y="74"/>
                  </a:cubicBezTo>
                  <a:cubicBezTo>
                    <a:pt x="192" y="76"/>
                    <a:pt x="188" y="82"/>
                    <a:pt x="188" y="88"/>
                  </a:cubicBezTo>
                  <a:cubicBezTo>
                    <a:pt x="188" y="97"/>
                    <a:pt x="196" y="104"/>
                    <a:pt x="204" y="104"/>
                  </a:cubicBezTo>
                  <a:cubicBezTo>
                    <a:pt x="209" y="104"/>
                    <a:pt x="213" y="102"/>
                    <a:pt x="216" y="99"/>
                  </a:cubicBezTo>
                  <a:cubicBezTo>
                    <a:pt x="216" y="113"/>
                    <a:pt x="205" y="124"/>
                    <a:pt x="190" y="124"/>
                  </a:cubicBezTo>
                  <a:cubicBezTo>
                    <a:pt x="183" y="124"/>
                    <a:pt x="176" y="121"/>
                    <a:pt x="172" y="116"/>
                  </a:cubicBezTo>
                  <a:cubicBezTo>
                    <a:pt x="172" y="116"/>
                    <a:pt x="172" y="116"/>
                    <a:pt x="172" y="116"/>
                  </a:cubicBezTo>
                  <a:close/>
                  <a:moveTo>
                    <a:pt x="185" y="139"/>
                  </a:moveTo>
                  <a:cubicBezTo>
                    <a:pt x="183" y="139"/>
                    <a:pt x="181" y="139"/>
                    <a:pt x="179" y="138"/>
                  </a:cubicBezTo>
                  <a:cubicBezTo>
                    <a:pt x="170" y="156"/>
                    <a:pt x="155" y="171"/>
                    <a:pt x="138" y="179"/>
                  </a:cubicBezTo>
                  <a:cubicBezTo>
                    <a:pt x="137" y="179"/>
                    <a:pt x="136" y="179"/>
                    <a:pt x="135" y="179"/>
                  </a:cubicBezTo>
                  <a:cubicBezTo>
                    <a:pt x="134" y="178"/>
                    <a:pt x="133" y="177"/>
                    <a:pt x="131" y="177"/>
                  </a:cubicBezTo>
                  <a:cubicBezTo>
                    <a:pt x="129" y="177"/>
                    <a:pt x="129" y="177"/>
                    <a:pt x="128" y="176"/>
                  </a:cubicBezTo>
                  <a:cubicBezTo>
                    <a:pt x="127" y="175"/>
                    <a:pt x="127" y="173"/>
                    <a:pt x="127" y="171"/>
                  </a:cubicBezTo>
                  <a:cubicBezTo>
                    <a:pt x="127" y="168"/>
                    <a:pt x="127" y="164"/>
                    <a:pt x="124" y="162"/>
                  </a:cubicBezTo>
                  <a:cubicBezTo>
                    <a:pt x="122" y="159"/>
                    <a:pt x="118" y="158"/>
                    <a:pt x="113" y="158"/>
                  </a:cubicBezTo>
                  <a:cubicBezTo>
                    <a:pt x="106" y="159"/>
                    <a:pt x="97" y="163"/>
                    <a:pt x="94" y="168"/>
                  </a:cubicBezTo>
                  <a:cubicBezTo>
                    <a:pt x="91" y="173"/>
                    <a:pt x="91" y="182"/>
                    <a:pt x="93" y="188"/>
                  </a:cubicBezTo>
                  <a:cubicBezTo>
                    <a:pt x="81" y="188"/>
                    <a:pt x="69" y="184"/>
                    <a:pt x="58" y="179"/>
                  </a:cubicBezTo>
                  <a:cubicBezTo>
                    <a:pt x="59" y="179"/>
                    <a:pt x="60" y="179"/>
                    <a:pt x="61" y="179"/>
                  </a:cubicBezTo>
                  <a:cubicBezTo>
                    <a:pt x="66" y="179"/>
                    <a:pt x="75" y="179"/>
                    <a:pt x="75" y="171"/>
                  </a:cubicBezTo>
                  <a:cubicBezTo>
                    <a:pt x="75" y="167"/>
                    <a:pt x="73" y="164"/>
                    <a:pt x="71" y="161"/>
                  </a:cubicBezTo>
                  <a:cubicBezTo>
                    <a:pt x="70" y="160"/>
                    <a:pt x="70" y="158"/>
                    <a:pt x="69" y="158"/>
                  </a:cubicBezTo>
                  <a:cubicBezTo>
                    <a:pt x="69" y="156"/>
                    <a:pt x="68" y="154"/>
                    <a:pt x="68" y="153"/>
                  </a:cubicBezTo>
                  <a:cubicBezTo>
                    <a:pt x="66" y="148"/>
                    <a:pt x="66" y="144"/>
                    <a:pt x="65" y="139"/>
                  </a:cubicBezTo>
                  <a:cubicBezTo>
                    <a:pt x="65" y="137"/>
                    <a:pt x="65" y="135"/>
                    <a:pt x="64" y="133"/>
                  </a:cubicBezTo>
                  <a:cubicBezTo>
                    <a:pt x="64" y="130"/>
                    <a:pt x="63" y="128"/>
                    <a:pt x="63" y="126"/>
                  </a:cubicBezTo>
                  <a:cubicBezTo>
                    <a:pt x="63" y="124"/>
                    <a:pt x="64" y="122"/>
                    <a:pt x="64" y="119"/>
                  </a:cubicBezTo>
                  <a:cubicBezTo>
                    <a:pt x="64" y="117"/>
                    <a:pt x="64" y="114"/>
                    <a:pt x="64" y="112"/>
                  </a:cubicBezTo>
                  <a:cubicBezTo>
                    <a:pt x="64" y="111"/>
                    <a:pt x="64" y="111"/>
                    <a:pt x="64" y="111"/>
                  </a:cubicBezTo>
                  <a:cubicBezTo>
                    <a:pt x="64" y="108"/>
                    <a:pt x="64" y="105"/>
                    <a:pt x="65" y="103"/>
                  </a:cubicBezTo>
                  <a:cubicBezTo>
                    <a:pt x="65" y="102"/>
                    <a:pt x="66" y="101"/>
                    <a:pt x="67" y="100"/>
                  </a:cubicBezTo>
                  <a:cubicBezTo>
                    <a:pt x="68" y="99"/>
                    <a:pt x="69" y="98"/>
                    <a:pt x="70" y="96"/>
                  </a:cubicBezTo>
                  <a:cubicBezTo>
                    <a:pt x="73" y="91"/>
                    <a:pt x="73" y="81"/>
                    <a:pt x="70" y="75"/>
                  </a:cubicBezTo>
                  <a:cubicBezTo>
                    <a:pt x="68" y="69"/>
                    <a:pt x="64" y="67"/>
                    <a:pt x="62" y="67"/>
                  </a:cubicBezTo>
                  <a:cubicBezTo>
                    <a:pt x="57" y="66"/>
                    <a:pt x="52" y="66"/>
                    <a:pt x="48" y="66"/>
                  </a:cubicBezTo>
                  <a:cubicBezTo>
                    <a:pt x="46" y="66"/>
                    <a:pt x="44" y="66"/>
                    <a:pt x="42" y="66"/>
                  </a:cubicBezTo>
                  <a:cubicBezTo>
                    <a:pt x="34" y="66"/>
                    <a:pt x="29" y="64"/>
                    <a:pt x="25" y="59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23" y="57"/>
                    <a:pt x="21" y="55"/>
                    <a:pt x="20" y="54"/>
                  </a:cubicBezTo>
                  <a:cubicBezTo>
                    <a:pt x="28" y="40"/>
                    <a:pt x="39" y="29"/>
                    <a:pt x="52" y="21"/>
                  </a:cubicBezTo>
                  <a:cubicBezTo>
                    <a:pt x="60" y="28"/>
                    <a:pt x="72" y="31"/>
                    <a:pt x="85" y="28"/>
                  </a:cubicBezTo>
                  <a:cubicBezTo>
                    <a:pt x="86" y="28"/>
                    <a:pt x="86" y="28"/>
                    <a:pt x="86" y="28"/>
                  </a:cubicBezTo>
                  <a:cubicBezTo>
                    <a:pt x="86" y="27"/>
                    <a:pt x="86" y="27"/>
                    <a:pt x="87" y="27"/>
                  </a:cubicBezTo>
                  <a:cubicBezTo>
                    <a:pt x="87" y="27"/>
                    <a:pt x="87" y="27"/>
                    <a:pt x="87" y="27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90" y="31"/>
                    <a:pt x="94" y="33"/>
                    <a:pt x="99" y="35"/>
                  </a:cubicBezTo>
                  <a:cubicBezTo>
                    <a:pt x="100" y="36"/>
                    <a:pt x="100" y="36"/>
                    <a:pt x="100" y="36"/>
                  </a:cubicBezTo>
                  <a:cubicBezTo>
                    <a:pt x="104" y="38"/>
                    <a:pt x="108" y="40"/>
                    <a:pt x="113" y="40"/>
                  </a:cubicBezTo>
                  <a:cubicBezTo>
                    <a:pt x="115" y="40"/>
                    <a:pt x="116" y="39"/>
                    <a:pt x="118" y="38"/>
                  </a:cubicBezTo>
                  <a:cubicBezTo>
                    <a:pt x="121" y="36"/>
                    <a:pt x="123" y="33"/>
                    <a:pt x="124" y="31"/>
                  </a:cubicBezTo>
                  <a:cubicBezTo>
                    <a:pt x="124" y="29"/>
                    <a:pt x="125" y="28"/>
                    <a:pt x="125" y="28"/>
                  </a:cubicBezTo>
                  <a:cubicBezTo>
                    <a:pt x="127" y="27"/>
                    <a:pt x="131" y="29"/>
                    <a:pt x="134" y="29"/>
                  </a:cubicBezTo>
                  <a:cubicBezTo>
                    <a:pt x="135" y="30"/>
                    <a:pt x="136" y="30"/>
                    <a:pt x="137" y="30"/>
                  </a:cubicBezTo>
                  <a:cubicBezTo>
                    <a:pt x="142" y="32"/>
                    <a:pt x="147" y="31"/>
                    <a:pt x="150" y="28"/>
                  </a:cubicBezTo>
                  <a:cubicBezTo>
                    <a:pt x="150" y="27"/>
                    <a:pt x="151" y="26"/>
                    <a:pt x="151" y="26"/>
                  </a:cubicBezTo>
                  <a:cubicBezTo>
                    <a:pt x="163" y="34"/>
                    <a:pt x="172" y="45"/>
                    <a:pt x="179" y="58"/>
                  </a:cubicBezTo>
                  <a:cubicBezTo>
                    <a:pt x="181" y="57"/>
                    <a:pt x="184" y="57"/>
                    <a:pt x="187" y="57"/>
                  </a:cubicBezTo>
                  <a:cubicBezTo>
                    <a:pt x="187" y="57"/>
                    <a:pt x="187" y="57"/>
                    <a:pt x="187" y="57"/>
                  </a:cubicBezTo>
                  <a:cubicBezTo>
                    <a:pt x="171" y="23"/>
                    <a:pt x="137" y="0"/>
                    <a:pt x="98" y="0"/>
                  </a:cubicBezTo>
                  <a:cubicBezTo>
                    <a:pt x="44" y="0"/>
                    <a:pt x="0" y="44"/>
                    <a:pt x="0" y="98"/>
                  </a:cubicBezTo>
                  <a:cubicBezTo>
                    <a:pt x="0" y="152"/>
                    <a:pt x="44" y="196"/>
                    <a:pt x="98" y="196"/>
                  </a:cubicBezTo>
                  <a:cubicBezTo>
                    <a:pt x="137" y="196"/>
                    <a:pt x="172" y="174"/>
                    <a:pt x="187" y="139"/>
                  </a:cubicBezTo>
                  <a:cubicBezTo>
                    <a:pt x="187" y="139"/>
                    <a:pt x="186" y="139"/>
                    <a:pt x="185" y="139"/>
                  </a:cubicBezTo>
                  <a:close/>
                  <a:moveTo>
                    <a:pt x="98" y="8"/>
                  </a:moveTo>
                  <a:cubicBezTo>
                    <a:pt x="115" y="8"/>
                    <a:pt x="131" y="13"/>
                    <a:pt x="144" y="21"/>
                  </a:cubicBezTo>
                  <a:cubicBezTo>
                    <a:pt x="144" y="21"/>
                    <a:pt x="144" y="21"/>
                    <a:pt x="144" y="21"/>
                  </a:cubicBezTo>
                  <a:cubicBezTo>
                    <a:pt x="144" y="22"/>
                    <a:pt x="144" y="22"/>
                    <a:pt x="144" y="22"/>
                  </a:cubicBezTo>
                  <a:cubicBezTo>
                    <a:pt x="143" y="24"/>
                    <a:pt x="140" y="23"/>
                    <a:pt x="139" y="23"/>
                  </a:cubicBezTo>
                  <a:cubicBezTo>
                    <a:pt x="138" y="22"/>
                    <a:pt x="137" y="22"/>
                    <a:pt x="137" y="22"/>
                  </a:cubicBezTo>
                  <a:cubicBezTo>
                    <a:pt x="132" y="20"/>
                    <a:pt x="127" y="19"/>
                    <a:pt x="122" y="21"/>
                  </a:cubicBezTo>
                  <a:cubicBezTo>
                    <a:pt x="118" y="22"/>
                    <a:pt x="117" y="26"/>
                    <a:pt x="116" y="28"/>
                  </a:cubicBezTo>
                  <a:cubicBezTo>
                    <a:pt x="115" y="30"/>
                    <a:pt x="115" y="31"/>
                    <a:pt x="114" y="31"/>
                  </a:cubicBezTo>
                  <a:cubicBezTo>
                    <a:pt x="112" y="33"/>
                    <a:pt x="107" y="30"/>
                    <a:pt x="104" y="29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98" y="26"/>
                    <a:pt x="95" y="25"/>
                    <a:pt x="93" y="23"/>
                  </a:cubicBezTo>
                  <a:cubicBezTo>
                    <a:pt x="92" y="22"/>
                    <a:pt x="92" y="22"/>
                    <a:pt x="92" y="22"/>
                  </a:cubicBezTo>
                  <a:cubicBezTo>
                    <a:pt x="89" y="19"/>
                    <a:pt x="88" y="19"/>
                    <a:pt x="84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78" y="21"/>
                    <a:pt x="67" y="22"/>
                    <a:pt x="60" y="17"/>
                  </a:cubicBezTo>
                  <a:cubicBezTo>
                    <a:pt x="71" y="11"/>
                    <a:pt x="84" y="8"/>
                    <a:pt x="98" y="8"/>
                  </a:cubicBezTo>
                  <a:close/>
                  <a:moveTo>
                    <a:pt x="27" y="153"/>
                  </a:moveTo>
                  <a:cubicBezTo>
                    <a:pt x="19" y="143"/>
                    <a:pt x="14" y="132"/>
                    <a:pt x="11" y="120"/>
                  </a:cubicBezTo>
                  <a:cubicBezTo>
                    <a:pt x="12" y="120"/>
                    <a:pt x="12" y="120"/>
                    <a:pt x="13" y="120"/>
                  </a:cubicBezTo>
                  <a:cubicBezTo>
                    <a:pt x="16" y="120"/>
                    <a:pt x="19" y="121"/>
                    <a:pt x="20" y="122"/>
                  </a:cubicBezTo>
                  <a:cubicBezTo>
                    <a:pt x="21" y="122"/>
                    <a:pt x="22" y="124"/>
                    <a:pt x="23" y="126"/>
                  </a:cubicBezTo>
                  <a:cubicBezTo>
                    <a:pt x="23" y="127"/>
                    <a:pt x="24" y="128"/>
                    <a:pt x="25" y="129"/>
                  </a:cubicBezTo>
                  <a:cubicBezTo>
                    <a:pt x="26" y="131"/>
                    <a:pt x="27" y="133"/>
                    <a:pt x="27" y="135"/>
                  </a:cubicBezTo>
                  <a:cubicBezTo>
                    <a:pt x="27" y="136"/>
                    <a:pt x="27" y="136"/>
                    <a:pt x="26" y="138"/>
                  </a:cubicBezTo>
                  <a:cubicBezTo>
                    <a:pt x="25" y="139"/>
                    <a:pt x="24" y="140"/>
                    <a:pt x="24" y="142"/>
                  </a:cubicBezTo>
                  <a:cubicBezTo>
                    <a:pt x="22" y="146"/>
                    <a:pt x="24" y="150"/>
                    <a:pt x="26" y="151"/>
                  </a:cubicBezTo>
                  <a:cubicBezTo>
                    <a:pt x="26" y="152"/>
                    <a:pt x="27" y="153"/>
                    <a:pt x="27" y="153"/>
                  </a:cubicBezTo>
                  <a:cubicBezTo>
                    <a:pt x="27" y="153"/>
                    <a:pt x="27" y="153"/>
                    <a:pt x="27" y="153"/>
                  </a:cubicBezTo>
                  <a:close/>
                  <a:moveTo>
                    <a:pt x="49" y="173"/>
                  </a:moveTo>
                  <a:cubicBezTo>
                    <a:pt x="42" y="169"/>
                    <a:pt x="36" y="164"/>
                    <a:pt x="31" y="159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3" y="159"/>
                    <a:pt x="33" y="159"/>
                    <a:pt x="32" y="159"/>
                  </a:cubicBezTo>
                  <a:cubicBezTo>
                    <a:pt x="33" y="159"/>
                    <a:pt x="33" y="158"/>
                    <a:pt x="33" y="158"/>
                  </a:cubicBezTo>
                  <a:cubicBezTo>
                    <a:pt x="34" y="157"/>
                    <a:pt x="35" y="156"/>
                    <a:pt x="35" y="154"/>
                  </a:cubicBezTo>
                  <a:cubicBezTo>
                    <a:pt x="36" y="150"/>
                    <a:pt x="33" y="148"/>
                    <a:pt x="32" y="146"/>
                  </a:cubicBezTo>
                  <a:cubicBezTo>
                    <a:pt x="32" y="146"/>
                    <a:pt x="31" y="145"/>
                    <a:pt x="31" y="144"/>
                  </a:cubicBezTo>
                  <a:cubicBezTo>
                    <a:pt x="31" y="144"/>
                    <a:pt x="32" y="143"/>
                    <a:pt x="32" y="142"/>
                  </a:cubicBezTo>
                  <a:cubicBezTo>
                    <a:pt x="33" y="141"/>
                    <a:pt x="35" y="138"/>
                    <a:pt x="35" y="134"/>
                  </a:cubicBezTo>
                  <a:cubicBezTo>
                    <a:pt x="34" y="130"/>
                    <a:pt x="33" y="128"/>
                    <a:pt x="32" y="125"/>
                  </a:cubicBezTo>
                  <a:cubicBezTo>
                    <a:pt x="31" y="124"/>
                    <a:pt x="31" y="123"/>
                    <a:pt x="30" y="123"/>
                  </a:cubicBezTo>
                  <a:cubicBezTo>
                    <a:pt x="29" y="120"/>
                    <a:pt x="28" y="117"/>
                    <a:pt x="24" y="115"/>
                  </a:cubicBezTo>
                  <a:cubicBezTo>
                    <a:pt x="21" y="113"/>
                    <a:pt x="17" y="113"/>
                    <a:pt x="14" y="112"/>
                  </a:cubicBezTo>
                  <a:cubicBezTo>
                    <a:pt x="12" y="112"/>
                    <a:pt x="10" y="112"/>
                    <a:pt x="9" y="112"/>
                  </a:cubicBezTo>
                  <a:cubicBezTo>
                    <a:pt x="8" y="107"/>
                    <a:pt x="8" y="103"/>
                    <a:pt x="8" y="98"/>
                  </a:cubicBezTo>
                  <a:cubicBezTo>
                    <a:pt x="8" y="85"/>
                    <a:pt x="11" y="73"/>
                    <a:pt x="16" y="62"/>
                  </a:cubicBezTo>
                  <a:cubicBezTo>
                    <a:pt x="17" y="62"/>
                    <a:pt x="17" y="63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6" y="72"/>
                    <a:pt x="35" y="74"/>
                    <a:pt x="41" y="74"/>
                  </a:cubicBezTo>
                  <a:cubicBezTo>
                    <a:pt x="43" y="74"/>
                    <a:pt x="46" y="74"/>
                    <a:pt x="48" y="74"/>
                  </a:cubicBezTo>
                  <a:cubicBezTo>
                    <a:pt x="52" y="74"/>
                    <a:pt x="56" y="74"/>
                    <a:pt x="60" y="75"/>
                  </a:cubicBezTo>
                  <a:cubicBezTo>
                    <a:pt x="61" y="75"/>
                    <a:pt x="62" y="77"/>
                    <a:pt x="63" y="78"/>
                  </a:cubicBezTo>
                  <a:cubicBezTo>
                    <a:pt x="65" y="82"/>
                    <a:pt x="64" y="90"/>
                    <a:pt x="63" y="92"/>
                  </a:cubicBezTo>
                  <a:cubicBezTo>
                    <a:pt x="62" y="93"/>
                    <a:pt x="62" y="94"/>
                    <a:pt x="61" y="95"/>
                  </a:cubicBezTo>
                  <a:cubicBezTo>
                    <a:pt x="59" y="96"/>
                    <a:pt x="58" y="98"/>
                    <a:pt x="57" y="101"/>
                  </a:cubicBezTo>
                  <a:cubicBezTo>
                    <a:pt x="56" y="104"/>
                    <a:pt x="56" y="108"/>
                    <a:pt x="56" y="111"/>
                  </a:cubicBezTo>
                  <a:cubicBezTo>
                    <a:pt x="56" y="112"/>
                    <a:pt x="56" y="112"/>
                    <a:pt x="56" y="112"/>
                  </a:cubicBezTo>
                  <a:cubicBezTo>
                    <a:pt x="56" y="114"/>
                    <a:pt x="56" y="116"/>
                    <a:pt x="56" y="118"/>
                  </a:cubicBezTo>
                  <a:cubicBezTo>
                    <a:pt x="56" y="121"/>
                    <a:pt x="55" y="124"/>
                    <a:pt x="55" y="126"/>
                  </a:cubicBezTo>
                  <a:cubicBezTo>
                    <a:pt x="55" y="129"/>
                    <a:pt x="56" y="132"/>
                    <a:pt x="57" y="134"/>
                  </a:cubicBezTo>
                  <a:cubicBezTo>
                    <a:pt x="57" y="136"/>
                    <a:pt x="57" y="138"/>
                    <a:pt x="57" y="140"/>
                  </a:cubicBezTo>
                  <a:cubicBezTo>
                    <a:pt x="58" y="145"/>
                    <a:pt x="59" y="150"/>
                    <a:pt x="60" y="155"/>
                  </a:cubicBezTo>
                  <a:cubicBezTo>
                    <a:pt x="60" y="157"/>
                    <a:pt x="61" y="159"/>
                    <a:pt x="62" y="161"/>
                  </a:cubicBezTo>
                  <a:cubicBezTo>
                    <a:pt x="62" y="162"/>
                    <a:pt x="63" y="163"/>
                    <a:pt x="64" y="165"/>
                  </a:cubicBezTo>
                  <a:cubicBezTo>
                    <a:pt x="65" y="167"/>
                    <a:pt x="67" y="169"/>
                    <a:pt x="67" y="170"/>
                  </a:cubicBezTo>
                  <a:cubicBezTo>
                    <a:pt x="67" y="171"/>
                    <a:pt x="63" y="171"/>
                    <a:pt x="61" y="171"/>
                  </a:cubicBezTo>
                  <a:cubicBezTo>
                    <a:pt x="60" y="171"/>
                    <a:pt x="58" y="171"/>
                    <a:pt x="57" y="171"/>
                  </a:cubicBezTo>
                  <a:cubicBezTo>
                    <a:pt x="54" y="171"/>
                    <a:pt x="51" y="173"/>
                    <a:pt x="49" y="173"/>
                  </a:cubicBezTo>
                  <a:close/>
                  <a:moveTo>
                    <a:pt x="102" y="188"/>
                  </a:moveTo>
                  <a:cubicBezTo>
                    <a:pt x="100" y="184"/>
                    <a:pt x="99" y="176"/>
                    <a:pt x="101" y="172"/>
                  </a:cubicBezTo>
                  <a:cubicBezTo>
                    <a:pt x="102" y="170"/>
                    <a:pt x="109" y="166"/>
                    <a:pt x="114" y="166"/>
                  </a:cubicBezTo>
                  <a:cubicBezTo>
                    <a:pt x="116" y="166"/>
                    <a:pt x="118" y="166"/>
                    <a:pt x="118" y="167"/>
                  </a:cubicBezTo>
                  <a:cubicBezTo>
                    <a:pt x="119" y="168"/>
                    <a:pt x="119" y="170"/>
                    <a:pt x="119" y="171"/>
                  </a:cubicBezTo>
                  <a:cubicBezTo>
                    <a:pt x="119" y="175"/>
                    <a:pt x="120" y="179"/>
                    <a:pt x="123" y="182"/>
                  </a:cubicBezTo>
                  <a:cubicBezTo>
                    <a:pt x="124" y="183"/>
                    <a:pt x="125" y="184"/>
                    <a:pt x="126" y="184"/>
                  </a:cubicBezTo>
                  <a:cubicBezTo>
                    <a:pt x="118" y="186"/>
                    <a:pt x="110" y="188"/>
                    <a:pt x="102" y="188"/>
                  </a:cubicBezTo>
                  <a:close/>
                  <a:moveTo>
                    <a:pt x="167" y="65"/>
                  </a:moveTo>
                  <a:cubicBezTo>
                    <a:pt x="168" y="65"/>
                    <a:pt x="169" y="65"/>
                    <a:pt x="169" y="64"/>
                  </a:cubicBezTo>
                  <a:cubicBezTo>
                    <a:pt x="171" y="63"/>
                    <a:pt x="172" y="61"/>
                    <a:pt x="171" y="59"/>
                  </a:cubicBezTo>
                  <a:cubicBezTo>
                    <a:pt x="160" y="42"/>
                    <a:pt x="160" y="42"/>
                    <a:pt x="160" y="42"/>
                  </a:cubicBezTo>
                  <a:cubicBezTo>
                    <a:pt x="159" y="40"/>
                    <a:pt x="156" y="40"/>
                    <a:pt x="154" y="41"/>
                  </a:cubicBezTo>
                  <a:cubicBezTo>
                    <a:pt x="152" y="42"/>
                    <a:pt x="152" y="45"/>
                    <a:pt x="153" y="46"/>
                  </a:cubicBezTo>
                  <a:cubicBezTo>
                    <a:pt x="164" y="63"/>
                    <a:pt x="164" y="63"/>
                    <a:pt x="164" y="63"/>
                  </a:cubicBezTo>
                  <a:cubicBezTo>
                    <a:pt x="165" y="64"/>
                    <a:pt x="166" y="65"/>
                    <a:pt x="167" y="65"/>
                  </a:cubicBezTo>
                  <a:close/>
                  <a:moveTo>
                    <a:pt x="199" y="52"/>
                  </a:moveTo>
                  <a:cubicBezTo>
                    <a:pt x="201" y="52"/>
                    <a:pt x="202" y="52"/>
                    <a:pt x="203" y="51"/>
                  </a:cubicBezTo>
                  <a:cubicBezTo>
                    <a:pt x="227" y="22"/>
                    <a:pt x="227" y="22"/>
                    <a:pt x="227" y="22"/>
                  </a:cubicBezTo>
                  <a:cubicBezTo>
                    <a:pt x="228" y="20"/>
                    <a:pt x="228" y="18"/>
                    <a:pt x="226" y="17"/>
                  </a:cubicBezTo>
                  <a:cubicBezTo>
                    <a:pt x="224" y="15"/>
                    <a:pt x="222" y="15"/>
                    <a:pt x="220" y="17"/>
                  </a:cubicBezTo>
                  <a:cubicBezTo>
                    <a:pt x="196" y="46"/>
                    <a:pt x="196" y="46"/>
                    <a:pt x="196" y="46"/>
                  </a:cubicBezTo>
                  <a:cubicBezTo>
                    <a:pt x="195" y="47"/>
                    <a:pt x="195" y="50"/>
                    <a:pt x="197" y="51"/>
                  </a:cubicBezTo>
                  <a:cubicBezTo>
                    <a:pt x="198" y="52"/>
                    <a:pt x="199" y="52"/>
                    <a:pt x="199" y="52"/>
                  </a:cubicBezTo>
                  <a:close/>
                  <a:moveTo>
                    <a:pt x="203" y="141"/>
                  </a:moveTo>
                  <a:cubicBezTo>
                    <a:pt x="201" y="139"/>
                    <a:pt x="199" y="139"/>
                    <a:pt x="197" y="141"/>
                  </a:cubicBezTo>
                  <a:cubicBezTo>
                    <a:pt x="195" y="142"/>
                    <a:pt x="195" y="144"/>
                    <a:pt x="196" y="146"/>
                  </a:cubicBezTo>
                  <a:cubicBezTo>
                    <a:pt x="220" y="175"/>
                    <a:pt x="220" y="175"/>
                    <a:pt x="220" y="175"/>
                  </a:cubicBezTo>
                  <a:cubicBezTo>
                    <a:pt x="221" y="176"/>
                    <a:pt x="222" y="176"/>
                    <a:pt x="223" y="176"/>
                  </a:cubicBezTo>
                  <a:cubicBezTo>
                    <a:pt x="224" y="176"/>
                    <a:pt x="225" y="176"/>
                    <a:pt x="226" y="175"/>
                  </a:cubicBezTo>
                  <a:cubicBezTo>
                    <a:pt x="228" y="174"/>
                    <a:pt x="228" y="171"/>
                    <a:pt x="227" y="170"/>
                  </a:cubicBezTo>
                  <a:lnTo>
                    <a:pt x="203" y="141"/>
                  </a:lnTo>
                  <a:close/>
                  <a:moveTo>
                    <a:pt x="133" y="59"/>
                  </a:moveTo>
                  <a:cubicBezTo>
                    <a:pt x="131" y="60"/>
                    <a:pt x="131" y="63"/>
                    <a:pt x="133" y="64"/>
                  </a:cubicBezTo>
                  <a:cubicBezTo>
                    <a:pt x="148" y="78"/>
                    <a:pt x="148" y="78"/>
                    <a:pt x="148" y="78"/>
                  </a:cubicBezTo>
                  <a:cubicBezTo>
                    <a:pt x="149" y="79"/>
                    <a:pt x="150" y="79"/>
                    <a:pt x="151" y="79"/>
                  </a:cubicBezTo>
                  <a:cubicBezTo>
                    <a:pt x="152" y="79"/>
                    <a:pt x="153" y="79"/>
                    <a:pt x="154" y="78"/>
                  </a:cubicBezTo>
                  <a:cubicBezTo>
                    <a:pt x="155" y="76"/>
                    <a:pt x="155" y="74"/>
                    <a:pt x="153" y="72"/>
                  </a:cubicBezTo>
                  <a:cubicBezTo>
                    <a:pt x="138" y="58"/>
                    <a:pt x="138" y="58"/>
                    <a:pt x="138" y="58"/>
                  </a:cubicBezTo>
                  <a:cubicBezTo>
                    <a:pt x="137" y="57"/>
                    <a:pt x="134" y="57"/>
                    <a:pt x="133" y="59"/>
                  </a:cubicBezTo>
                  <a:close/>
                  <a:moveTo>
                    <a:pt x="120" y="96"/>
                  </a:moveTo>
                  <a:cubicBezTo>
                    <a:pt x="120" y="99"/>
                    <a:pt x="122" y="100"/>
                    <a:pt x="124" y="100"/>
                  </a:cubicBezTo>
                  <a:cubicBezTo>
                    <a:pt x="144" y="100"/>
                    <a:pt x="144" y="100"/>
                    <a:pt x="144" y="100"/>
                  </a:cubicBezTo>
                  <a:cubicBezTo>
                    <a:pt x="146" y="100"/>
                    <a:pt x="148" y="99"/>
                    <a:pt x="148" y="96"/>
                  </a:cubicBezTo>
                  <a:cubicBezTo>
                    <a:pt x="148" y="94"/>
                    <a:pt x="146" y="92"/>
                    <a:pt x="144" y="92"/>
                  </a:cubicBezTo>
                  <a:cubicBezTo>
                    <a:pt x="124" y="92"/>
                    <a:pt x="124" y="92"/>
                    <a:pt x="124" y="92"/>
                  </a:cubicBezTo>
                  <a:cubicBezTo>
                    <a:pt x="122" y="92"/>
                    <a:pt x="120" y="94"/>
                    <a:pt x="120" y="96"/>
                  </a:cubicBezTo>
                  <a:close/>
                  <a:moveTo>
                    <a:pt x="134" y="135"/>
                  </a:moveTo>
                  <a:cubicBezTo>
                    <a:pt x="135" y="135"/>
                    <a:pt x="136" y="134"/>
                    <a:pt x="137" y="134"/>
                  </a:cubicBezTo>
                  <a:cubicBezTo>
                    <a:pt x="153" y="121"/>
                    <a:pt x="153" y="121"/>
                    <a:pt x="153" y="121"/>
                  </a:cubicBezTo>
                  <a:cubicBezTo>
                    <a:pt x="154" y="120"/>
                    <a:pt x="155" y="117"/>
                    <a:pt x="153" y="116"/>
                  </a:cubicBezTo>
                  <a:cubicBezTo>
                    <a:pt x="152" y="114"/>
                    <a:pt x="149" y="114"/>
                    <a:pt x="148" y="115"/>
                  </a:cubicBezTo>
                  <a:cubicBezTo>
                    <a:pt x="132" y="128"/>
                    <a:pt x="132" y="128"/>
                    <a:pt x="132" y="128"/>
                  </a:cubicBezTo>
                  <a:cubicBezTo>
                    <a:pt x="130" y="129"/>
                    <a:pt x="130" y="131"/>
                    <a:pt x="131" y="133"/>
                  </a:cubicBezTo>
                  <a:cubicBezTo>
                    <a:pt x="132" y="134"/>
                    <a:pt x="133" y="135"/>
                    <a:pt x="134" y="135"/>
                  </a:cubicBezTo>
                  <a:close/>
                  <a:moveTo>
                    <a:pt x="154" y="152"/>
                  </a:moveTo>
                  <a:cubicBezTo>
                    <a:pt x="155" y="152"/>
                    <a:pt x="156" y="152"/>
                    <a:pt x="156" y="152"/>
                  </a:cubicBezTo>
                  <a:cubicBezTo>
                    <a:pt x="158" y="152"/>
                    <a:pt x="159" y="152"/>
                    <a:pt x="160" y="150"/>
                  </a:cubicBezTo>
                  <a:cubicBezTo>
                    <a:pt x="168" y="134"/>
                    <a:pt x="168" y="134"/>
                    <a:pt x="168" y="134"/>
                  </a:cubicBezTo>
                  <a:cubicBezTo>
                    <a:pt x="169" y="132"/>
                    <a:pt x="168" y="130"/>
                    <a:pt x="166" y="129"/>
                  </a:cubicBezTo>
                  <a:cubicBezTo>
                    <a:pt x="164" y="128"/>
                    <a:pt x="162" y="129"/>
                    <a:pt x="161" y="131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2" y="149"/>
                    <a:pt x="153" y="151"/>
                    <a:pt x="154" y="152"/>
                  </a:cubicBezTo>
                  <a:close/>
                  <a:moveTo>
                    <a:pt x="188" y="40"/>
                  </a:moveTo>
                  <a:cubicBezTo>
                    <a:pt x="196" y="40"/>
                    <a:pt x="196" y="28"/>
                    <a:pt x="188" y="28"/>
                  </a:cubicBezTo>
                  <a:cubicBezTo>
                    <a:pt x="180" y="28"/>
                    <a:pt x="180" y="40"/>
                    <a:pt x="188" y="40"/>
                  </a:cubicBezTo>
                  <a:close/>
                  <a:moveTo>
                    <a:pt x="187" y="157"/>
                  </a:moveTo>
                  <a:cubicBezTo>
                    <a:pt x="180" y="157"/>
                    <a:pt x="180" y="169"/>
                    <a:pt x="187" y="169"/>
                  </a:cubicBezTo>
                  <a:cubicBezTo>
                    <a:pt x="195" y="169"/>
                    <a:pt x="195" y="157"/>
                    <a:pt x="187" y="157"/>
                  </a:cubicBezTo>
                  <a:close/>
                  <a:moveTo>
                    <a:pt x="203" y="172"/>
                  </a:moveTo>
                  <a:cubicBezTo>
                    <a:pt x="195" y="172"/>
                    <a:pt x="195" y="184"/>
                    <a:pt x="203" y="184"/>
                  </a:cubicBezTo>
                  <a:cubicBezTo>
                    <a:pt x="211" y="184"/>
                    <a:pt x="211" y="172"/>
                    <a:pt x="203" y="172"/>
                  </a:cubicBezTo>
                  <a:close/>
                  <a:moveTo>
                    <a:pt x="177" y="182"/>
                  </a:moveTo>
                  <a:cubicBezTo>
                    <a:pt x="169" y="182"/>
                    <a:pt x="169" y="194"/>
                    <a:pt x="177" y="194"/>
                  </a:cubicBezTo>
                  <a:cubicBezTo>
                    <a:pt x="185" y="194"/>
                    <a:pt x="185" y="182"/>
                    <a:pt x="177" y="182"/>
                  </a:cubicBezTo>
                  <a:close/>
                  <a:moveTo>
                    <a:pt x="213" y="52"/>
                  </a:moveTo>
                  <a:cubicBezTo>
                    <a:pt x="206" y="52"/>
                    <a:pt x="206" y="64"/>
                    <a:pt x="213" y="64"/>
                  </a:cubicBezTo>
                  <a:cubicBezTo>
                    <a:pt x="221" y="64"/>
                    <a:pt x="221" y="52"/>
                    <a:pt x="213" y="52"/>
                  </a:cubicBezTo>
                  <a:close/>
                  <a:moveTo>
                    <a:pt x="201" y="27"/>
                  </a:moveTo>
                  <a:cubicBezTo>
                    <a:pt x="209" y="27"/>
                    <a:pt x="209" y="15"/>
                    <a:pt x="201" y="15"/>
                  </a:cubicBezTo>
                  <a:cubicBezTo>
                    <a:pt x="194" y="15"/>
                    <a:pt x="194" y="27"/>
                    <a:pt x="201" y="2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sz="2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4171647" y="705521"/>
            <a:ext cx="3848708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gradFill>
                  <a:gsLst>
                    <a:gs pos="0">
                      <a:srgbClr val="2BFFFF"/>
                    </a:gs>
                    <a:gs pos="100000">
                      <a:srgbClr val="EAB1C4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难题解决</a:t>
            </a:r>
            <a:endParaRPr lang="id-ID" sz="4000" b="1" dirty="0">
              <a:gradFill>
                <a:gsLst>
                  <a:gs pos="0">
                    <a:srgbClr val="2BFFFF"/>
                  </a:gs>
                  <a:gs pos="100000">
                    <a:srgbClr val="EAB1C4"/>
                  </a:gs>
                </a:gsLst>
                <a:lin ang="2700000" scaled="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785376" y="1265045"/>
            <a:ext cx="2621250" cy="276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Problem-solving</a:t>
            </a:r>
            <a:endParaRPr lang="id-ID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cxnSp>
        <p:nvCxnSpPr>
          <p:cNvPr id="57" name="Straight Connector 56"/>
          <p:cNvCxnSpPr/>
          <p:nvPr/>
        </p:nvCxnSpPr>
        <p:spPr>
          <a:xfrm>
            <a:off x="5791311" y="655566"/>
            <a:ext cx="60938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ur="75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ur="75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ur="75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ur="75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ur="75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ur="75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ur="75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ur="75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ur="75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ur="75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dur="750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dur="75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ur="75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dur="75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ur="75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ur="75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ur="750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ur="750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ur="750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ur="750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dur="750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dur="750" decel="10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dur="750" decel="10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dur="750" decel="10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dur="750" decel="10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dur="750" decel="10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2" grpId="0" animBg="1"/>
      <p:bldP spid="13" grpId="0" animBg="1"/>
      <p:bldP spid="14" grpId="0"/>
      <p:bldP spid="15" grpId="0"/>
      <p:bldP spid="22" grpId="0" animBg="1"/>
      <p:bldP spid="23" grpId="0" animBg="1"/>
      <p:bldP spid="24" grpId="0"/>
      <p:bldP spid="25" grpId="0"/>
      <p:bldP spid="27" grpId="0" animBg="1"/>
      <p:bldP spid="28" grpId="0" animBg="1"/>
      <p:bldP spid="29" grpId="0"/>
      <p:bldP spid="30" grpId="0"/>
      <p:bldP spid="32" grpId="0" animBg="1"/>
      <p:bldP spid="33" grpId="0" animBg="1"/>
      <p:bldP spid="34" grpId="0"/>
      <p:bldP spid="35" grpId="0"/>
      <p:bldP spid="46" grpId="0" animBg="1"/>
      <p:bldP spid="47" grpId="0" animBg="1"/>
      <p:bldP spid="51" grpId="0" animBg="1"/>
      <p:bldP spid="52" grpId="0" animBg="1"/>
      <p:bldP spid="53" grpId="0" animBg="1"/>
      <p:bldP spid="55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/>
      </p:pic>
      <p:sp>
        <p:nvSpPr>
          <p:cNvPr id="52" name="Rectangle: Rounded Corners 51"/>
          <p:cNvSpPr/>
          <p:nvPr/>
        </p:nvSpPr>
        <p:spPr>
          <a:xfrm>
            <a:off x="9194300" y="2203967"/>
            <a:ext cx="2065071" cy="3625689"/>
          </a:xfrm>
          <a:prstGeom prst="roundRect">
            <a:avLst>
              <a:gd name="adj" fmla="val 1601"/>
            </a:avLst>
          </a:prstGeom>
          <a:solidFill>
            <a:schemeClr val="bg1"/>
          </a:solidFill>
          <a:ln>
            <a:noFill/>
          </a:ln>
          <a:effectLst>
            <a:outerShdw blurRad="508000" dist="317500" dir="8100000" sx="95000" sy="95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4" name="Rectangle: Rounded Corners 13"/>
          <p:cNvSpPr/>
          <p:nvPr/>
        </p:nvSpPr>
        <p:spPr>
          <a:xfrm>
            <a:off x="7010215" y="2052555"/>
            <a:ext cx="2237553" cy="3928516"/>
          </a:xfrm>
          <a:prstGeom prst="roundRect">
            <a:avLst>
              <a:gd name="adj" fmla="val 1601"/>
            </a:avLst>
          </a:prstGeom>
          <a:solidFill>
            <a:schemeClr val="bg1"/>
          </a:solidFill>
          <a:ln>
            <a:noFill/>
          </a:ln>
          <a:effectLst>
            <a:outerShdw blurRad="508000" dist="317500" dir="8100000" sx="95000" sy="95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3" name="Rectangle: Rounded Corners 32"/>
          <p:cNvSpPr/>
          <p:nvPr/>
        </p:nvSpPr>
        <p:spPr>
          <a:xfrm>
            <a:off x="4680281" y="1924526"/>
            <a:ext cx="2383394" cy="4184571"/>
          </a:xfrm>
          <a:prstGeom prst="roundRect">
            <a:avLst>
              <a:gd name="adj" fmla="val 1601"/>
            </a:avLst>
          </a:prstGeom>
          <a:gradFill>
            <a:gsLst>
              <a:gs pos="0">
                <a:srgbClr val="2BFFFF"/>
              </a:gs>
              <a:gs pos="100000">
                <a:srgbClr val="EAB1C4"/>
              </a:gs>
            </a:gsLst>
            <a:lin ang="2700000" scaled="0"/>
          </a:gradFill>
          <a:ln>
            <a:noFill/>
          </a:ln>
          <a:effectLst>
            <a:outerShdw blurRad="508000" dist="317500" dir="8100000" sx="95000" sy="95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507575" y="2534315"/>
            <a:ext cx="1438515" cy="22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05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Beauty</a:t>
            </a:r>
            <a:endParaRPr lang="en-US" sz="1050" spc="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488403" y="2867371"/>
            <a:ext cx="1476858" cy="633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2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美观</a:t>
            </a:r>
            <a:endParaRPr lang="en-US" sz="3200" b="1" spc="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6" name="Rectangle: Rounded Corners 55"/>
          <p:cNvSpPr/>
          <p:nvPr/>
        </p:nvSpPr>
        <p:spPr>
          <a:xfrm>
            <a:off x="9805155" y="5247148"/>
            <a:ext cx="843358" cy="214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BFFFF"/>
              </a:gs>
              <a:gs pos="100000">
                <a:srgbClr val="EAB1C4"/>
              </a:gs>
            </a:gsLst>
            <a:lin ang="2700000" scaled="0"/>
          </a:gradFill>
          <a:ln>
            <a:noFill/>
          </a:ln>
          <a:effectLst>
            <a:outerShdw blurRad="127000" dist="63500" dir="8100000" sx="95000" sy="95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Get Start</a:t>
            </a:r>
            <a:endParaRPr lang="id-ID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9443913" y="3674125"/>
            <a:ext cx="1664012" cy="278281"/>
            <a:chOff x="9712047" y="5682478"/>
            <a:chExt cx="2864872" cy="479106"/>
          </a:xfrm>
        </p:grpSpPr>
        <p:sp>
          <p:nvSpPr>
            <p:cNvPr id="68" name="Freeform 45"/>
            <p:cNvSpPr>
              <a:spLocks noEditPoints="1"/>
            </p:cNvSpPr>
            <p:nvPr/>
          </p:nvSpPr>
          <p:spPr bwMode="auto">
            <a:xfrm>
              <a:off x="9712047" y="5755062"/>
              <a:ext cx="248722" cy="248722"/>
            </a:xfrm>
            <a:custGeom>
              <a:avLst/>
              <a:gdLst>
                <a:gd name="T0" fmla="*/ 92739 w 55"/>
                <a:gd name="T1" fmla="*/ 188912 h 55"/>
                <a:gd name="T2" fmla="*/ 0 w 55"/>
                <a:gd name="T3" fmla="*/ 92739 h 55"/>
                <a:gd name="T4" fmla="*/ 92739 w 55"/>
                <a:gd name="T5" fmla="*/ 0 h 55"/>
                <a:gd name="T6" fmla="*/ 188912 w 55"/>
                <a:gd name="T7" fmla="*/ 92739 h 55"/>
                <a:gd name="T8" fmla="*/ 92739 w 55"/>
                <a:gd name="T9" fmla="*/ 188912 h 55"/>
                <a:gd name="T10" fmla="*/ 154564 w 55"/>
                <a:gd name="T11" fmla="*/ 68695 h 55"/>
                <a:gd name="T12" fmla="*/ 144260 w 55"/>
                <a:gd name="T13" fmla="*/ 58391 h 55"/>
                <a:gd name="T14" fmla="*/ 137391 w 55"/>
                <a:gd name="T15" fmla="*/ 54956 h 55"/>
                <a:gd name="T16" fmla="*/ 130521 w 55"/>
                <a:gd name="T17" fmla="*/ 58391 h 55"/>
                <a:gd name="T18" fmla="*/ 82434 w 55"/>
                <a:gd name="T19" fmla="*/ 106478 h 55"/>
                <a:gd name="T20" fmla="*/ 54956 w 55"/>
                <a:gd name="T21" fmla="*/ 79000 h 55"/>
                <a:gd name="T22" fmla="*/ 48087 w 55"/>
                <a:gd name="T23" fmla="*/ 75565 h 55"/>
                <a:gd name="T24" fmla="*/ 44652 w 55"/>
                <a:gd name="T25" fmla="*/ 79000 h 55"/>
                <a:gd name="T26" fmla="*/ 30913 w 55"/>
                <a:gd name="T27" fmla="*/ 89304 h 55"/>
                <a:gd name="T28" fmla="*/ 30913 w 55"/>
                <a:gd name="T29" fmla="*/ 96173 h 55"/>
                <a:gd name="T30" fmla="*/ 30913 w 55"/>
                <a:gd name="T31" fmla="*/ 103043 h 55"/>
                <a:gd name="T32" fmla="*/ 75565 w 55"/>
                <a:gd name="T33" fmla="*/ 147695 h 55"/>
                <a:gd name="T34" fmla="*/ 82434 w 55"/>
                <a:gd name="T35" fmla="*/ 147695 h 55"/>
                <a:gd name="T36" fmla="*/ 89304 w 55"/>
                <a:gd name="T37" fmla="*/ 147695 h 55"/>
                <a:gd name="T38" fmla="*/ 154564 w 55"/>
                <a:gd name="T39" fmla="*/ 79000 h 55"/>
                <a:gd name="T40" fmla="*/ 157999 w 55"/>
                <a:gd name="T41" fmla="*/ 75565 h 55"/>
                <a:gd name="T42" fmla="*/ 154564 w 55"/>
                <a:gd name="T43" fmla="*/ 68695 h 5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45" y="20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41" y="16"/>
                    <a:pt x="41" y="16"/>
                    <a:pt x="40" y="16"/>
                  </a:cubicBezTo>
                  <a:cubicBezTo>
                    <a:pt x="39" y="16"/>
                    <a:pt x="39" y="16"/>
                    <a:pt x="38" y="17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2"/>
                    <a:pt x="14" y="22"/>
                  </a:cubicBezTo>
                  <a:cubicBezTo>
                    <a:pt x="14" y="22"/>
                    <a:pt x="13" y="23"/>
                    <a:pt x="13" y="23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7"/>
                    <a:pt x="9" y="27"/>
                    <a:pt x="9" y="28"/>
                  </a:cubicBezTo>
                  <a:cubicBezTo>
                    <a:pt x="9" y="29"/>
                    <a:pt x="9" y="29"/>
                    <a:pt x="9" y="30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5" y="43"/>
                    <a:pt x="25" y="43"/>
                    <a:pt x="26" y="4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2"/>
                    <a:pt x="46" y="22"/>
                  </a:cubicBezTo>
                  <a:cubicBezTo>
                    <a:pt x="46" y="21"/>
                    <a:pt x="45" y="20"/>
                    <a:pt x="45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0004994" y="5682478"/>
              <a:ext cx="2571925" cy="4791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登录注册动态切换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9443914" y="4085328"/>
            <a:ext cx="1744294" cy="484794"/>
            <a:chOff x="9712047" y="6465821"/>
            <a:chExt cx="3003090" cy="834651"/>
          </a:xfrm>
        </p:grpSpPr>
        <p:sp>
          <p:nvSpPr>
            <p:cNvPr id="66" name="Rectangle 65"/>
            <p:cNvSpPr/>
            <p:nvPr/>
          </p:nvSpPr>
          <p:spPr>
            <a:xfrm>
              <a:off x="9969904" y="6471640"/>
              <a:ext cx="2745233" cy="828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首页平滑切换，轮播显示软件特色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67" name="Freeform 45"/>
            <p:cNvSpPr>
              <a:spLocks noEditPoints="1"/>
            </p:cNvSpPr>
            <p:nvPr/>
          </p:nvSpPr>
          <p:spPr bwMode="auto">
            <a:xfrm>
              <a:off x="9712047" y="6465821"/>
              <a:ext cx="248722" cy="248722"/>
            </a:xfrm>
            <a:custGeom>
              <a:avLst/>
              <a:gdLst>
                <a:gd name="T0" fmla="*/ 92739 w 55"/>
                <a:gd name="T1" fmla="*/ 188912 h 55"/>
                <a:gd name="T2" fmla="*/ 0 w 55"/>
                <a:gd name="T3" fmla="*/ 92739 h 55"/>
                <a:gd name="T4" fmla="*/ 92739 w 55"/>
                <a:gd name="T5" fmla="*/ 0 h 55"/>
                <a:gd name="T6" fmla="*/ 188912 w 55"/>
                <a:gd name="T7" fmla="*/ 92739 h 55"/>
                <a:gd name="T8" fmla="*/ 92739 w 55"/>
                <a:gd name="T9" fmla="*/ 188912 h 55"/>
                <a:gd name="T10" fmla="*/ 154564 w 55"/>
                <a:gd name="T11" fmla="*/ 68695 h 55"/>
                <a:gd name="T12" fmla="*/ 144260 w 55"/>
                <a:gd name="T13" fmla="*/ 58391 h 55"/>
                <a:gd name="T14" fmla="*/ 137391 w 55"/>
                <a:gd name="T15" fmla="*/ 54956 h 55"/>
                <a:gd name="T16" fmla="*/ 130521 w 55"/>
                <a:gd name="T17" fmla="*/ 58391 h 55"/>
                <a:gd name="T18" fmla="*/ 82434 w 55"/>
                <a:gd name="T19" fmla="*/ 106478 h 55"/>
                <a:gd name="T20" fmla="*/ 54956 w 55"/>
                <a:gd name="T21" fmla="*/ 79000 h 55"/>
                <a:gd name="T22" fmla="*/ 48087 w 55"/>
                <a:gd name="T23" fmla="*/ 75565 h 55"/>
                <a:gd name="T24" fmla="*/ 44652 w 55"/>
                <a:gd name="T25" fmla="*/ 79000 h 55"/>
                <a:gd name="T26" fmla="*/ 30913 w 55"/>
                <a:gd name="T27" fmla="*/ 89304 h 55"/>
                <a:gd name="T28" fmla="*/ 30913 w 55"/>
                <a:gd name="T29" fmla="*/ 96173 h 55"/>
                <a:gd name="T30" fmla="*/ 30913 w 55"/>
                <a:gd name="T31" fmla="*/ 103043 h 55"/>
                <a:gd name="T32" fmla="*/ 75565 w 55"/>
                <a:gd name="T33" fmla="*/ 147695 h 55"/>
                <a:gd name="T34" fmla="*/ 82434 w 55"/>
                <a:gd name="T35" fmla="*/ 147695 h 55"/>
                <a:gd name="T36" fmla="*/ 89304 w 55"/>
                <a:gd name="T37" fmla="*/ 147695 h 55"/>
                <a:gd name="T38" fmla="*/ 154564 w 55"/>
                <a:gd name="T39" fmla="*/ 79000 h 55"/>
                <a:gd name="T40" fmla="*/ 157999 w 55"/>
                <a:gd name="T41" fmla="*/ 75565 h 55"/>
                <a:gd name="T42" fmla="*/ 154564 w 55"/>
                <a:gd name="T43" fmla="*/ 68695 h 5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45" y="20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41" y="16"/>
                    <a:pt x="41" y="16"/>
                    <a:pt x="40" y="16"/>
                  </a:cubicBezTo>
                  <a:cubicBezTo>
                    <a:pt x="39" y="16"/>
                    <a:pt x="39" y="16"/>
                    <a:pt x="38" y="17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2"/>
                    <a:pt x="14" y="22"/>
                  </a:cubicBezTo>
                  <a:cubicBezTo>
                    <a:pt x="14" y="22"/>
                    <a:pt x="13" y="23"/>
                    <a:pt x="13" y="23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7"/>
                    <a:pt x="9" y="27"/>
                    <a:pt x="9" y="28"/>
                  </a:cubicBezTo>
                  <a:cubicBezTo>
                    <a:pt x="9" y="29"/>
                    <a:pt x="9" y="29"/>
                    <a:pt x="9" y="30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5" y="43"/>
                    <a:pt x="25" y="43"/>
                    <a:pt x="26" y="4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2"/>
                    <a:pt x="46" y="22"/>
                  </a:cubicBezTo>
                  <a:cubicBezTo>
                    <a:pt x="46" y="21"/>
                    <a:pt x="45" y="20"/>
                    <a:pt x="45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9443914" y="4454371"/>
            <a:ext cx="1565839" cy="498652"/>
            <a:chOff x="9712047" y="7176580"/>
            <a:chExt cx="2695851" cy="858510"/>
          </a:xfrm>
        </p:grpSpPr>
        <p:sp>
          <p:nvSpPr>
            <p:cNvPr id="64" name="Rectangle 63"/>
            <p:cNvSpPr/>
            <p:nvPr/>
          </p:nvSpPr>
          <p:spPr>
            <a:xfrm>
              <a:off x="10004992" y="7555984"/>
              <a:ext cx="2402906" cy="4791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学情统计图表化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65" name="Freeform 45"/>
            <p:cNvSpPr>
              <a:spLocks noEditPoints="1"/>
            </p:cNvSpPr>
            <p:nvPr/>
          </p:nvSpPr>
          <p:spPr bwMode="auto">
            <a:xfrm>
              <a:off x="9712047" y="7176580"/>
              <a:ext cx="248722" cy="248722"/>
            </a:xfrm>
            <a:custGeom>
              <a:avLst/>
              <a:gdLst>
                <a:gd name="T0" fmla="*/ 92739 w 55"/>
                <a:gd name="T1" fmla="*/ 188912 h 55"/>
                <a:gd name="T2" fmla="*/ 0 w 55"/>
                <a:gd name="T3" fmla="*/ 92739 h 55"/>
                <a:gd name="T4" fmla="*/ 92739 w 55"/>
                <a:gd name="T5" fmla="*/ 0 h 55"/>
                <a:gd name="T6" fmla="*/ 188912 w 55"/>
                <a:gd name="T7" fmla="*/ 92739 h 55"/>
                <a:gd name="T8" fmla="*/ 92739 w 55"/>
                <a:gd name="T9" fmla="*/ 188912 h 55"/>
                <a:gd name="T10" fmla="*/ 154564 w 55"/>
                <a:gd name="T11" fmla="*/ 68695 h 55"/>
                <a:gd name="T12" fmla="*/ 144260 w 55"/>
                <a:gd name="T13" fmla="*/ 58391 h 55"/>
                <a:gd name="T14" fmla="*/ 137391 w 55"/>
                <a:gd name="T15" fmla="*/ 54956 h 55"/>
                <a:gd name="T16" fmla="*/ 130521 w 55"/>
                <a:gd name="T17" fmla="*/ 58391 h 55"/>
                <a:gd name="T18" fmla="*/ 82434 w 55"/>
                <a:gd name="T19" fmla="*/ 106478 h 55"/>
                <a:gd name="T20" fmla="*/ 54956 w 55"/>
                <a:gd name="T21" fmla="*/ 79000 h 55"/>
                <a:gd name="T22" fmla="*/ 48087 w 55"/>
                <a:gd name="T23" fmla="*/ 75565 h 55"/>
                <a:gd name="T24" fmla="*/ 44652 w 55"/>
                <a:gd name="T25" fmla="*/ 79000 h 55"/>
                <a:gd name="T26" fmla="*/ 30913 w 55"/>
                <a:gd name="T27" fmla="*/ 89304 h 55"/>
                <a:gd name="T28" fmla="*/ 30913 w 55"/>
                <a:gd name="T29" fmla="*/ 96173 h 55"/>
                <a:gd name="T30" fmla="*/ 30913 w 55"/>
                <a:gd name="T31" fmla="*/ 103043 h 55"/>
                <a:gd name="T32" fmla="*/ 75565 w 55"/>
                <a:gd name="T33" fmla="*/ 147695 h 55"/>
                <a:gd name="T34" fmla="*/ 82434 w 55"/>
                <a:gd name="T35" fmla="*/ 147695 h 55"/>
                <a:gd name="T36" fmla="*/ 89304 w 55"/>
                <a:gd name="T37" fmla="*/ 147695 h 55"/>
                <a:gd name="T38" fmla="*/ 154564 w 55"/>
                <a:gd name="T39" fmla="*/ 79000 h 55"/>
                <a:gd name="T40" fmla="*/ 157999 w 55"/>
                <a:gd name="T41" fmla="*/ 75565 h 55"/>
                <a:gd name="T42" fmla="*/ 154564 w 55"/>
                <a:gd name="T43" fmla="*/ 68695 h 5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45" y="20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41" y="16"/>
                    <a:pt x="41" y="16"/>
                    <a:pt x="40" y="16"/>
                  </a:cubicBezTo>
                  <a:cubicBezTo>
                    <a:pt x="39" y="16"/>
                    <a:pt x="39" y="16"/>
                    <a:pt x="38" y="17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2"/>
                    <a:pt x="14" y="22"/>
                  </a:cubicBezTo>
                  <a:cubicBezTo>
                    <a:pt x="14" y="22"/>
                    <a:pt x="13" y="23"/>
                    <a:pt x="13" y="23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7"/>
                    <a:pt x="9" y="27"/>
                    <a:pt x="9" y="28"/>
                  </a:cubicBezTo>
                  <a:cubicBezTo>
                    <a:pt x="9" y="29"/>
                    <a:pt x="9" y="29"/>
                    <a:pt x="9" y="30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5" y="43"/>
                    <a:pt x="25" y="43"/>
                    <a:pt x="26" y="4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2"/>
                    <a:pt x="46" y="22"/>
                  </a:cubicBezTo>
                  <a:cubicBezTo>
                    <a:pt x="46" y="21"/>
                    <a:pt x="45" y="20"/>
                    <a:pt x="45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7349656" y="2410493"/>
            <a:ext cx="1558664" cy="264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4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Security</a:t>
            </a:r>
            <a:endParaRPr lang="en-US" sz="1050" spc="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328883" y="2812405"/>
            <a:ext cx="1600210" cy="633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2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安全</a:t>
            </a:r>
            <a:endParaRPr lang="en-US" sz="1400" b="1" spc="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7672091" y="5349907"/>
            <a:ext cx="913797" cy="2325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AB1C4"/>
              </a:gs>
              <a:gs pos="100000">
                <a:srgbClr val="2BFFFF"/>
              </a:gs>
            </a:gsLst>
            <a:lin ang="2700000" scaled="0"/>
          </a:gradFill>
          <a:ln>
            <a:noFill/>
          </a:ln>
          <a:effectLst>
            <a:outerShdw blurRad="127000" dist="63500" dir="8100000" sx="95000" sy="95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Get Start</a:t>
            </a:r>
            <a:endParaRPr lang="id-ID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7280677" y="3645501"/>
            <a:ext cx="1696624" cy="481414"/>
            <a:chOff x="9712047" y="5682478"/>
            <a:chExt cx="2695853" cy="764943"/>
          </a:xfrm>
        </p:grpSpPr>
        <p:sp>
          <p:nvSpPr>
            <p:cNvPr id="30" name="Freeform 45"/>
            <p:cNvSpPr>
              <a:spLocks noEditPoints="1"/>
            </p:cNvSpPr>
            <p:nvPr/>
          </p:nvSpPr>
          <p:spPr bwMode="auto">
            <a:xfrm>
              <a:off x="9712047" y="5755062"/>
              <a:ext cx="248722" cy="248722"/>
            </a:xfrm>
            <a:custGeom>
              <a:avLst/>
              <a:gdLst>
                <a:gd name="T0" fmla="*/ 92739 w 55"/>
                <a:gd name="T1" fmla="*/ 188912 h 55"/>
                <a:gd name="T2" fmla="*/ 0 w 55"/>
                <a:gd name="T3" fmla="*/ 92739 h 55"/>
                <a:gd name="T4" fmla="*/ 92739 w 55"/>
                <a:gd name="T5" fmla="*/ 0 h 55"/>
                <a:gd name="T6" fmla="*/ 188912 w 55"/>
                <a:gd name="T7" fmla="*/ 92739 h 55"/>
                <a:gd name="T8" fmla="*/ 92739 w 55"/>
                <a:gd name="T9" fmla="*/ 188912 h 55"/>
                <a:gd name="T10" fmla="*/ 154564 w 55"/>
                <a:gd name="T11" fmla="*/ 68695 h 55"/>
                <a:gd name="T12" fmla="*/ 144260 w 55"/>
                <a:gd name="T13" fmla="*/ 58391 h 55"/>
                <a:gd name="T14" fmla="*/ 137391 w 55"/>
                <a:gd name="T15" fmla="*/ 54956 h 55"/>
                <a:gd name="T16" fmla="*/ 130521 w 55"/>
                <a:gd name="T17" fmla="*/ 58391 h 55"/>
                <a:gd name="T18" fmla="*/ 82434 w 55"/>
                <a:gd name="T19" fmla="*/ 106478 h 55"/>
                <a:gd name="T20" fmla="*/ 54956 w 55"/>
                <a:gd name="T21" fmla="*/ 79000 h 55"/>
                <a:gd name="T22" fmla="*/ 48087 w 55"/>
                <a:gd name="T23" fmla="*/ 75565 h 55"/>
                <a:gd name="T24" fmla="*/ 44652 w 55"/>
                <a:gd name="T25" fmla="*/ 79000 h 55"/>
                <a:gd name="T26" fmla="*/ 30913 w 55"/>
                <a:gd name="T27" fmla="*/ 89304 h 55"/>
                <a:gd name="T28" fmla="*/ 30913 w 55"/>
                <a:gd name="T29" fmla="*/ 96173 h 55"/>
                <a:gd name="T30" fmla="*/ 30913 w 55"/>
                <a:gd name="T31" fmla="*/ 103043 h 55"/>
                <a:gd name="T32" fmla="*/ 75565 w 55"/>
                <a:gd name="T33" fmla="*/ 147695 h 55"/>
                <a:gd name="T34" fmla="*/ 82434 w 55"/>
                <a:gd name="T35" fmla="*/ 147695 h 55"/>
                <a:gd name="T36" fmla="*/ 89304 w 55"/>
                <a:gd name="T37" fmla="*/ 147695 h 55"/>
                <a:gd name="T38" fmla="*/ 154564 w 55"/>
                <a:gd name="T39" fmla="*/ 79000 h 55"/>
                <a:gd name="T40" fmla="*/ 157999 w 55"/>
                <a:gd name="T41" fmla="*/ 75565 h 55"/>
                <a:gd name="T42" fmla="*/ 154564 w 55"/>
                <a:gd name="T43" fmla="*/ 68695 h 5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45" y="20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41" y="16"/>
                    <a:pt x="41" y="16"/>
                    <a:pt x="40" y="16"/>
                  </a:cubicBezTo>
                  <a:cubicBezTo>
                    <a:pt x="39" y="16"/>
                    <a:pt x="39" y="16"/>
                    <a:pt x="38" y="17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2"/>
                    <a:pt x="14" y="22"/>
                  </a:cubicBezTo>
                  <a:cubicBezTo>
                    <a:pt x="14" y="22"/>
                    <a:pt x="13" y="23"/>
                    <a:pt x="13" y="23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7"/>
                    <a:pt x="9" y="27"/>
                    <a:pt x="9" y="28"/>
                  </a:cubicBezTo>
                  <a:cubicBezTo>
                    <a:pt x="9" y="29"/>
                    <a:pt x="9" y="29"/>
                    <a:pt x="9" y="30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5" y="43"/>
                    <a:pt x="25" y="43"/>
                    <a:pt x="26" y="4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2"/>
                    <a:pt x="46" y="22"/>
                  </a:cubicBezTo>
                  <a:cubicBezTo>
                    <a:pt x="46" y="21"/>
                    <a:pt x="45" y="20"/>
                    <a:pt x="45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04992" y="5682478"/>
              <a:ext cx="2402908" cy="7649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使用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JWT</a:t>
              </a:r>
              <a:r>
                <a:rPr lang="zh-CN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鉴权，限制成员访问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280677" y="4052759"/>
            <a:ext cx="1794698" cy="481414"/>
            <a:chOff x="9712047" y="6404987"/>
            <a:chExt cx="2851687" cy="764943"/>
          </a:xfrm>
        </p:grpSpPr>
        <p:sp>
          <p:nvSpPr>
            <p:cNvPr id="28" name="Rectangle 27"/>
            <p:cNvSpPr/>
            <p:nvPr/>
          </p:nvSpPr>
          <p:spPr>
            <a:xfrm>
              <a:off x="9998908" y="6404987"/>
              <a:ext cx="2564826" cy="7649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SQL</a:t>
              </a:r>
              <a:r>
                <a:rPr lang="zh-CN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参数化查询，避免数据库注入攻击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9" name="Freeform 45"/>
            <p:cNvSpPr>
              <a:spLocks noEditPoints="1"/>
            </p:cNvSpPr>
            <p:nvPr/>
          </p:nvSpPr>
          <p:spPr bwMode="auto">
            <a:xfrm>
              <a:off x="9712047" y="6465821"/>
              <a:ext cx="248722" cy="248722"/>
            </a:xfrm>
            <a:custGeom>
              <a:avLst/>
              <a:gdLst>
                <a:gd name="T0" fmla="*/ 92739 w 55"/>
                <a:gd name="T1" fmla="*/ 188912 h 55"/>
                <a:gd name="T2" fmla="*/ 0 w 55"/>
                <a:gd name="T3" fmla="*/ 92739 h 55"/>
                <a:gd name="T4" fmla="*/ 92739 w 55"/>
                <a:gd name="T5" fmla="*/ 0 h 55"/>
                <a:gd name="T6" fmla="*/ 188912 w 55"/>
                <a:gd name="T7" fmla="*/ 92739 h 55"/>
                <a:gd name="T8" fmla="*/ 92739 w 55"/>
                <a:gd name="T9" fmla="*/ 188912 h 55"/>
                <a:gd name="T10" fmla="*/ 154564 w 55"/>
                <a:gd name="T11" fmla="*/ 68695 h 55"/>
                <a:gd name="T12" fmla="*/ 144260 w 55"/>
                <a:gd name="T13" fmla="*/ 58391 h 55"/>
                <a:gd name="T14" fmla="*/ 137391 w 55"/>
                <a:gd name="T15" fmla="*/ 54956 h 55"/>
                <a:gd name="T16" fmla="*/ 130521 w 55"/>
                <a:gd name="T17" fmla="*/ 58391 h 55"/>
                <a:gd name="T18" fmla="*/ 82434 w 55"/>
                <a:gd name="T19" fmla="*/ 106478 h 55"/>
                <a:gd name="T20" fmla="*/ 54956 w 55"/>
                <a:gd name="T21" fmla="*/ 79000 h 55"/>
                <a:gd name="T22" fmla="*/ 48087 w 55"/>
                <a:gd name="T23" fmla="*/ 75565 h 55"/>
                <a:gd name="T24" fmla="*/ 44652 w 55"/>
                <a:gd name="T25" fmla="*/ 79000 h 55"/>
                <a:gd name="T26" fmla="*/ 30913 w 55"/>
                <a:gd name="T27" fmla="*/ 89304 h 55"/>
                <a:gd name="T28" fmla="*/ 30913 w 55"/>
                <a:gd name="T29" fmla="*/ 96173 h 55"/>
                <a:gd name="T30" fmla="*/ 30913 w 55"/>
                <a:gd name="T31" fmla="*/ 103043 h 55"/>
                <a:gd name="T32" fmla="*/ 75565 w 55"/>
                <a:gd name="T33" fmla="*/ 147695 h 55"/>
                <a:gd name="T34" fmla="*/ 82434 w 55"/>
                <a:gd name="T35" fmla="*/ 147695 h 55"/>
                <a:gd name="T36" fmla="*/ 89304 w 55"/>
                <a:gd name="T37" fmla="*/ 147695 h 55"/>
                <a:gd name="T38" fmla="*/ 154564 w 55"/>
                <a:gd name="T39" fmla="*/ 79000 h 55"/>
                <a:gd name="T40" fmla="*/ 157999 w 55"/>
                <a:gd name="T41" fmla="*/ 75565 h 55"/>
                <a:gd name="T42" fmla="*/ 154564 w 55"/>
                <a:gd name="T43" fmla="*/ 68695 h 5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45" y="20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41" y="16"/>
                    <a:pt x="41" y="16"/>
                    <a:pt x="40" y="16"/>
                  </a:cubicBezTo>
                  <a:cubicBezTo>
                    <a:pt x="39" y="16"/>
                    <a:pt x="39" y="16"/>
                    <a:pt x="38" y="17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2"/>
                    <a:pt x="14" y="22"/>
                  </a:cubicBezTo>
                  <a:cubicBezTo>
                    <a:pt x="14" y="22"/>
                    <a:pt x="13" y="23"/>
                    <a:pt x="13" y="23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7"/>
                    <a:pt x="9" y="27"/>
                    <a:pt x="9" y="28"/>
                  </a:cubicBezTo>
                  <a:cubicBezTo>
                    <a:pt x="9" y="29"/>
                    <a:pt x="9" y="29"/>
                    <a:pt x="9" y="30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5" y="43"/>
                    <a:pt x="25" y="43"/>
                    <a:pt x="26" y="4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2"/>
                    <a:pt x="46" y="22"/>
                  </a:cubicBezTo>
                  <a:cubicBezTo>
                    <a:pt x="46" y="21"/>
                    <a:pt x="45" y="20"/>
                    <a:pt x="45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275145" y="4511499"/>
            <a:ext cx="1696624" cy="684546"/>
            <a:chOff x="9712047" y="7103996"/>
            <a:chExt cx="2695853" cy="1087710"/>
          </a:xfrm>
        </p:grpSpPr>
        <p:sp>
          <p:nvSpPr>
            <p:cNvPr id="26" name="Rectangle 25"/>
            <p:cNvSpPr/>
            <p:nvPr/>
          </p:nvSpPr>
          <p:spPr>
            <a:xfrm>
              <a:off x="10004992" y="7103996"/>
              <a:ext cx="2402908" cy="10877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登录账号与密码哈希加密，避免抓包导致数据泄露</a:t>
              </a:r>
              <a:endPara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7" name="Freeform 45"/>
            <p:cNvSpPr>
              <a:spLocks noEditPoints="1"/>
            </p:cNvSpPr>
            <p:nvPr/>
          </p:nvSpPr>
          <p:spPr bwMode="auto">
            <a:xfrm>
              <a:off x="9712047" y="7176580"/>
              <a:ext cx="248722" cy="248722"/>
            </a:xfrm>
            <a:custGeom>
              <a:avLst/>
              <a:gdLst>
                <a:gd name="T0" fmla="*/ 92739 w 55"/>
                <a:gd name="T1" fmla="*/ 188912 h 55"/>
                <a:gd name="T2" fmla="*/ 0 w 55"/>
                <a:gd name="T3" fmla="*/ 92739 h 55"/>
                <a:gd name="T4" fmla="*/ 92739 w 55"/>
                <a:gd name="T5" fmla="*/ 0 h 55"/>
                <a:gd name="T6" fmla="*/ 188912 w 55"/>
                <a:gd name="T7" fmla="*/ 92739 h 55"/>
                <a:gd name="T8" fmla="*/ 92739 w 55"/>
                <a:gd name="T9" fmla="*/ 188912 h 55"/>
                <a:gd name="T10" fmla="*/ 154564 w 55"/>
                <a:gd name="T11" fmla="*/ 68695 h 55"/>
                <a:gd name="T12" fmla="*/ 144260 w 55"/>
                <a:gd name="T13" fmla="*/ 58391 h 55"/>
                <a:gd name="T14" fmla="*/ 137391 w 55"/>
                <a:gd name="T15" fmla="*/ 54956 h 55"/>
                <a:gd name="T16" fmla="*/ 130521 w 55"/>
                <a:gd name="T17" fmla="*/ 58391 h 55"/>
                <a:gd name="T18" fmla="*/ 82434 w 55"/>
                <a:gd name="T19" fmla="*/ 106478 h 55"/>
                <a:gd name="T20" fmla="*/ 54956 w 55"/>
                <a:gd name="T21" fmla="*/ 79000 h 55"/>
                <a:gd name="T22" fmla="*/ 48087 w 55"/>
                <a:gd name="T23" fmla="*/ 75565 h 55"/>
                <a:gd name="T24" fmla="*/ 44652 w 55"/>
                <a:gd name="T25" fmla="*/ 79000 h 55"/>
                <a:gd name="T26" fmla="*/ 30913 w 55"/>
                <a:gd name="T27" fmla="*/ 89304 h 55"/>
                <a:gd name="T28" fmla="*/ 30913 w 55"/>
                <a:gd name="T29" fmla="*/ 96173 h 55"/>
                <a:gd name="T30" fmla="*/ 30913 w 55"/>
                <a:gd name="T31" fmla="*/ 103043 h 55"/>
                <a:gd name="T32" fmla="*/ 75565 w 55"/>
                <a:gd name="T33" fmla="*/ 147695 h 55"/>
                <a:gd name="T34" fmla="*/ 82434 w 55"/>
                <a:gd name="T35" fmla="*/ 147695 h 55"/>
                <a:gd name="T36" fmla="*/ 89304 w 55"/>
                <a:gd name="T37" fmla="*/ 147695 h 55"/>
                <a:gd name="T38" fmla="*/ 154564 w 55"/>
                <a:gd name="T39" fmla="*/ 79000 h 55"/>
                <a:gd name="T40" fmla="*/ 157999 w 55"/>
                <a:gd name="T41" fmla="*/ 75565 h 55"/>
                <a:gd name="T42" fmla="*/ 154564 w 55"/>
                <a:gd name="T43" fmla="*/ 68695 h 5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45" y="20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41" y="16"/>
                    <a:pt x="41" y="16"/>
                    <a:pt x="40" y="16"/>
                  </a:cubicBezTo>
                  <a:cubicBezTo>
                    <a:pt x="39" y="16"/>
                    <a:pt x="39" y="16"/>
                    <a:pt x="38" y="17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2"/>
                    <a:pt x="14" y="22"/>
                  </a:cubicBezTo>
                  <a:cubicBezTo>
                    <a:pt x="14" y="22"/>
                    <a:pt x="13" y="23"/>
                    <a:pt x="13" y="23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7"/>
                    <a:pt x="9" y="27"/>
                    <a:pt x="9" y="28"/>
                  </a:cubicBezTo>
                  <a:cubicBezTo>
                    <a:pt x="9" y="29"/>
                    <a:pt x="9" y="29"/>
                    <a:pt x="9" y="30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5" y="43"/>
                    <a:pt x="25" y="43"/>
                    <a:pt x="26" y="4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2"/>
                    <a:pt x="46" y="22"/>
                  </a:cubicBezTo>
                  <a:cubicBezTo>
                    <a:pt x="46" y="21"/>
                    <a:pt x="45" y="20"/>
                    <a:pt x="45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sp>
        <p:nvSpPr>
          <p:cNvPr id="35" name="Rectangle 34"/>
          <p:cNvSpPr/>
          <p:nvPr/>
        </p:nvSpPr>
        <p:spPr>
          <a:xfrm>
            <a:off x="4998612" y="2314620"/>
            <a:ext cx="1861567" cy="28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Intelligence</a:t>
            </a:r>
            <a:endParaRPr lang="en-US" sz="11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19725" y="2754619"/>
            <a:ext cx="1704509" cy="633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智能</a:t>
            </a:r>
            <a:endParaRPr lang="en-US" sz="32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7" name="Rectangle: Rounded Corners 36"/>
          <p:cNvSpPr/>
          <p:nvPr/>
        </p:nvSpPr>
        <p:spPr>
          <a:xfrm>
            <a:off x="5385301" y="5436797"/>
            <a:ext cx="973358" cy="247709"/>
          </a:xfrm>
          <a:prstGeom prst="roundRect">
            <a:avLst>
              <a:gd name="adj" fmla="val 50000"/>
            </a:avLst>
          </a:prstGeom>
          <a:solidFill>
            <a:srgbClr val="F8F8F8"/>
          </a:solidFill>
          <a:ln>
            <a:noFill/>
          </a:ln>
          <a:effectLst>
            <a:outerShdw blurRad="127000" dist="63500" dir="8100000" sx="95000" sy="95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gradFill>
                  <a:gsLst>
                    <a:gs pos="0">
                      <a:srgbClr val="2BFFFF"/>
                    </a:gs>
                    <a:gs pos="100000">
                      <a:srgbClr val="EAB1C4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Get Start</a:t>
            </a:r>
            <a:endParaRPr lang="id-ID" sz="1050" dirty="0">
              <a:gradFill>
                <a:gsLst>
                  <a:gs pos="0">
                    <a:srgbClr val="2BFFFF"/>
                  </a:gs>
                  <a:gs pos="100000">
                    <a:srgbClr val="EAB1C4"/>
                  </a:gs>
                </a:gsLst>
                <a:lin ang="2700000" scaled="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4968375" y="3621301"/>
            <a:ext cx="2088517" cy="278281"/>
            <a:chOff x="9712047" y="5682478"/>
            <a:chExt cx="2695853" cy="415118"/>
          </a:xfrm>
        </p:grpSpPr>
        <p:sp>
          <p:nvSpPr>
            <p:cNvPr id="49" name="Freeform 45"/>
            <p:cNvSpPr>
              <a:spLocks noEditPoints="1"/>
            </p:cNvSpPr>
            <p:nvPr/>
          </p:nvSpPr>
          <p:spPr bwMode="auto">
            <a:xfrm>
              <a:off x="9712047" y="5755062"/>
              <a:ext cx="248722" cy="248722"/>
            </a:xfrm>
            <a:custGeom>
              <a:avLst/>
              <a:gdLst>
                <a:gd name="T0" fmla="*/ 92739 w 55"/>
                <a:gd name="T1" fmla="*/ 188912 h 55"/>
                <a:gd name="T2" fmla="*/ 0 w 55"/>
                <a:gd name="T3" fmla="*/ 92739 h 55"/>
                <a:gd name="T4" fmla="*/ 92739 w 55"/>
                <a:gd name="T5" fmla="*/ 0 h 55"/>
                <a:gd name="T6" fmla="*/ 188912 w 55"/>
                <a:gd name="T7" fmla="*/ 92739 h 55"/>
                <a:gd name="T8" fmla="*/ 92739 w 55"/>
                <a:gd name="T9" fmla="*/ 188912 h 55"/>
                <a:gd name="T10" fmla="*/ 154564 w 55"/>
                <a:gd name="T11" fmla="*/ 68695 h 55"/>
                <a:gd name="T12" fmla="*/ 144260 w 55"/>
                <a:gd name="T13" fmla="*/ 58391 h 55"/>
                <a:gd name="T14" fmla="*/ 137391 w 55"/>
                <a:gd name="T15" fmla="*/ 54956 h 55"/>
                <a:gd name="T16" fmla="*/ 130521 w 55"/>
                <a:gd name="T17" fmla="*/ 58391 h 55"/>
                <a:gd name="T18" fmla="*/ 82434 w 55"/>
                <a:gd name="T19" fmla="*/ 106478 h 55"/>
                <a:gd name="T20" fmla="*/ 54956 w 55"/>
                <a:gd name="T21" fmla="*/ 79000 h 55"/>
                <a:gd name="T22" fmla="*/ 48087 w 55"/>
                <a:gd name="T23" fmla="*/ 75565 h 55"/>
                <a:gd name="T24" fmla="*/ 44652 w 55"/>
                <a:gd name="T25" fmla="*/ 79000 h 55"/>
                <a:gd name="T26" fmla="*/ 30913 w 55"/>
                <a:gd name="T27" fmla="*/ 89304 h 55"/>
                <a:gd name="T28" fmla="*/ 30913 w 55"/>
                <a:gd name="T29" fmla="*/ 96173 h 55"/>
                <a:gd name="T30" fmla="*/ 30913 w 55"/>
                <a:gd name="T31" fmla="*/ 103043 h 55"/>
                <a:gd name="T32" fmla="*/ 75565 w 55"/>
                <a:gd name="T33" fmla="*/ 147695 h 55"/>
                <a:gd name="T34" fmla="*/ 82434 w 55"/>
                <a:gd name="T35" fmla="*/ 147695 h 55"/>
                <a:gd name="T36" fmla="*/ 89304 w 55"/>
                <a:gd name="T37" fmla="*/ 147695 h 55"/>
                <a:gd name="T38" fmla="*/ 154564 w 55"/>
                <a:gd name="T39" fmla="*/ 79000 h 55"/>
                <a:gd name="T40" fmla="*/ 157999 w 55"/>
                <a:gd name="T41" fmla="*/ 75565 h 55"/>
                <a:gd name="T42" fmla="*/ 154564 w 55"/>
                <a:gd name="T43" fmla="*/ 68695 h 5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45" y="20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41" y="16"/>
                    <a:pt x="41" y="16"/>
                    <a:pt x="40" y="16"/>
                  </a:cubicBezTo>
                  <a:cubicBezTo>
                    <a:pt x="39" y="16"/>
                    <a:pt x="39" y="16"/>
                    <a:pt x="38" y="17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2"/>
                    <a:pt x="14" y="22"/>
                  </a:cubicBezTo>
                  <a:cubicBezTo>
                    <a:pt x="14" y="22"/>
                    <a:pt x="13" y="23"/>
                    <a:pt x="13" y="23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7"/>
                    <a:pt x="9" y="27"/>
                    <a:pt x="9" y="28"/>
                  </a:cubicBezTo>
                  <a:cubicBezTo>
                    <a:pt x="9" y="29"/>
                    <a:pt x="9" y="29"/>
                    <a:pt x="9" y="30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5" y="43"/>
                    <a:pt x="25" y="43"/>
                    <a:pt x="26" y="4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2"/>
                    <a:pt x="46" y="22"/>
                  </a:cubicBezTo>
                  <a:cubicBezTo>
                    <a:pt x="46" y="21"/>
                    <a:pt x="45" y="20"/>
                    <a:pt x="45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0004994" y="5682478"/>
              <a:ext cx="2402906" cy="4151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接入</a:t>
              </a:r>
              <a:r>
                <a:rPr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Spark X</a:t>
              </a:r>
              <a:endParaRPr 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968375" y="4047217"/>
            <a:ext cx="2088517" cy="278281"/>
            <a:chOff x="9712047" y="6393237"/>
            <a:chExt cx="2695853" cy="415119"/>
          </a:xfrm>
        </p:grpSpPr>
        <p:sp>
          <p:nvSpPr>
            <p:cNvPr id="47" name="Rectangle 46"/>
            <p:cNvSpPr/>
            <p:nvPr/>
          </p:nvSpPr>
          <p:spPr>
            <a:xfrm>
              <a:off x="10004994" y="6393237"/>
              <a:ext cx="2402906" cy="4151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基于本地知识库的课件生成</a:t>
              </a:r>
              <a:endParaRPr 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48" name="Freeform 45"/>
            <p:cNvSpPr>
              <a:spLocks noEditPoints="1"/>
            </p:cNvSpPr>
            <p:nvPr/>
          </p:nvSpPr>
          <p:spPr bwMode="auto">
            <a:xfrm>
              <a:off x="9712047" y="6465821"/>
              <a:ext cx="248722" cy="248722"/>
            </a:xfrm>
            <a:custGeom>
              <a:avLst/>
              <a:gdLst>
                <a:gd name="T0" fmla="*/ 92739 w 55"/>
                <a:gd name="T1" fmla="*/ 188912 h 55"/>
                <a:gd name="T2" fmla="*/ 0 w 55"/>
                <a:gd name="T3" fmla="*/ 92739 h 55"/>
                <a:gd name="T4" fmla="*/ 92739 w 55"/>
                <a:gd name="T5" fmla="*/ 0 h 55"/>
                <a:gd name="T6" fmla="*/ 188912 w 55"/>
                <a:gd name="T7" fmla="*/ 92739 h 55"/>
                <a:gd name="T8" fmla="*/ 92739 w 55"/>
                <a:gd name="T9" fmla="*/ 188912 h 55"/>
                <a:gd name="T10" fmla="*/ 154564 w 55"/>
                <a:gd name="T11" fmla="*/ 68695 h 55"/>
                <a:gd name="T12" fmla="*/ 144260 w 55"/>
                <a:gd name="T13" fmla="*/ 58391 h 55"/>
                <a:gd name="T14" fmla="*/ 137391 w 55"/>
                <a:gd name="T15" fmla="*/ 54956 h 55"/>
                <a:gd name="T16" fmla="*/ 130521 w 55"/>
                <a:gd name="T17" fmla="*/ 58391 h 55"/>
                <a:gd name="T18" fmla="*/ 82434 w 55"/>
                <a:gd name="T19" fmla="*/ 106478 h 55"/>
                <a:gd name="T20" fmla="*/ 54956 w 55"/>
                <a:gd name="T21" fmla="*/ 79000 h 55"/>
                <a:gd name="T22" fmla="*/ 48087 w 55"/>
                <a:gd name="T23" fmla="*/ 75565 h 55"/>
                <a:gd name="T24" fmla="*/ 44652 w 55"/>
                <a:gd name="T25" fmla="*/ 79000 h 55"/>
                <a:gd name="T26" fmla="*/ 30913 w 55"/>
                <a:gd name="T27" fmla="*/ 89304 h 55"/>
                <a:gd name="T28" fmla="*/ 30913 w 55"/>
                <a:gd name="T29" fmla="*/ 96173 h 55"/>
                <a:gd name="T30" fmla="*/ 30913 w 55"/>
                <a:gd name="T31" fmla="*/ 103043 h 55"/>
                <a:gd name="T32" fmla="*/ 75565 w 55"/>
                <a:gd name="T33" fmla="*/ 147695 h 55"/>
                <a:gd name="T34" fmla="*/ 82434 w 55"/>
                <a:gd name="T35" fmla="*/ 147695 h 55"/>
                <a:gd name="T36" fmla="*/ 89304 w 55"/>
                <a:gd name="T37" fmla="*/ 147695 h 55"/>
                <a:gd name="T38" fmla="*/ 154564 w 55"/>
                <a:gd name="T39" fmla="*/ 79000 h 55"/>
                <a:gd name="T40" fmla="*/ 157999 w 55"/>
                <a:gd name="T41" fmla="*/ 75565 h 55"/>
                <a:gd name="T42" fmla="*/ 154564 w 55"/>
                <a:gd name="T43" fmla="*/ 68695 h 5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45" y="20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41" y="16"/>
                    <a:pt x="41" y="16"/>
                    <a:pt x="40" y="16"/>
                  </a:cubicBezTo>
                  <a:cubicBezTo>
                    <a:pt x="39" y="16"/>
                    <a:pt x="39" y="16"/>
                    <a:pt x="38" y="17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2"/>
                    <a:pt x="14" y="22"/>
                  </a:cubicBezTo>
                  <a:cubicBezTo>
                    <a:pt x="14" y="22"/>
                    <a:pt x="13" y="23"/>
                    <a:pt x="13" y="23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7"/>
                    <a:pt x="9" y="27"/>
                    <a:pt x="9" y="28"/>
                  </a:cubicBezTo>
                  <a:cubicBezTo>
                    <a:pt x="9" y="29"/>
                    <a:pt x="9" y="29"/>
                    <a:pt x="9" y="30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5" y="43"/>
                    <a:pt x="25" y="43"/>
                    <a:pt x="26" y="4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2"/>
                    <a:pt x="46" y="22"/>
                  </a:cubicBezTo>
                  <a:cubicBezTo>
                    <a:pt x="46" y="21"/>
                    <a:pt x="45" y="20"/>
                    <a:pt x="45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968373" y="4432430"/>
            <a:ext cx="1807209" cy="481414"/>
            <a:chOff x="9712047" y="7103996"/>
            <a:chExt cx="2695853" cy="718137"/>
          </a:xfrm>
        </p:grpSpPr>
        <p:sp>
          <p:nvSpPr>
            <p:cNvPr id="45" name="Rectangle 44"/>
            <p:cNvSpPr/>
            <p:nvPr/>
          </p:nvSpPr>
          <p:spPr>
            <a:xfrm>
              <a:off x="10004994" y="7103996"/>
              <a:ext cx="2402906" cy="7181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基于学习课件的习题生成与批改</a:t>
              </a:r>
              <a:endParaRPr 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46" name="Freeform 45"/>
            <p:cNvSpPr>
              <a:spLocks noEditPoints="1"/>
            </p:cNvSpPr>
            <p:nvPr/>
          </p:nvSpPr>
          <p:spPr bwMode="auto">
            <a:xfrm>
              <a:off x="9712047" y="7176580"/>
              <a:ext cx="248722" cy="248722"/>
            </a:xfrm>
            <a:custGeom>
              <a:avLst/>
              <a:gdLst>
                <a:gd name="T0" fmla="*/ 92739 w 55"/>
                <a:gd name="T1" fmla="*/ 188912 h 55"/>
                <a:gd name="T2" fmla="*/ 0 w 55"/>
                <a:gd name="T3" fmla="*/ 92739 h 55"/>
                <a:gd name="T4" fmla="*/ 92739 w 55"/>
                <a:gd name="T5" fmla="*/ 0 h 55"/>
                <a:gd name="T6" fmla="*/ 188912 w 55"/>
                <a:gd name="T7" fmla="*/ 92739 h 55"/>
                <a:gd name="T8" fmla="*/ 92739 w 55"/>
                <a:gd name="T9" fmla="*/ 188912 h 55"/>
                <a:gd name="T10" fmla="*/ 154564 w 55"/>
                <a:gd name="T11" fmla="*/ 68695 h 55"/>
                <a:gd name="T12" fmla="*/ 144260 w 55"/>
                <a:gd name="T13" fmla="*/ 58391 h 55"/>
                <a:gd name="T14" fmla="*/ 137391 w 55"/>
                <a:gd name="T15" fmla="*/ 54956 h 55"/>
                <a:gd name="T16" fmla="*/ 130521 w 55"/>
                <a:gd name="T17" fmla="*/ 58391 h 55"/>
                <a:gd name="T18" fmla="*/ 82434 w 55"/>
                <a:gd name="T19" fmla="*/ 106478 h 55"/>
                <a:gd name="T20" fmla="*/ 54956 w 55"/>
                <a:gd name="T21" fmla="*/ 79000 h 55"/>
                <a:gd name="T22" fmla="*/ 48087 w 55"/>
                <a:gd name="T23" fmla="*/ 75565 h 55"/>
                <a:gd name="T24" fmla="*/ 44652 w 55"/>
                <a:gd name="T25" fmla="*/ 79000 h 55"/>
                <a:gd name="T26" fmla="*/ 30913 w 55"/>
                <a:gd name="T27" fmla="*/ 89304 h 55"/>
                <a:gd name="T28" fmla="*/ 30913 w 55"/>
                <a:gd name="T29" fmla="*/ 96173 h 55"/>
                <a:gd name="T30" fmla="*/ 30913 w 55"/>
                <a:gd name="T31" fmla="*/ 103043 h 55"/>
                <a:gd name="T32" fmla="*/ 75565 w 55"/>
                <a:gd name="T33" fmla="*/ 147695 h 55"/>
                <a:gd name="T34" fmla="*/ 82434 w 55"/>
                <a:gd name="T35" fmla="*/ 147695 h 55"/>
                <a:gd name="T36" fmla="*/ 89304 w 55"/>
                <a:gd name="T37" fmla="*/ 147695 h 55"/>
                <a:gd name="T38" fmla="*/ 154564 w 55"/>
                <a:gd name="T39" fmla="*/ 79000 h 55"/>
                <a:gd name="T40" fmla="*/ 157999 w 55"/>
                <a:gd name="T41" fmla="*/ 75565 h 55"/>
                <a:gd name="T42" fmla="*/ 154564 w 55"/>
                <a:gd name="T43" fmla="*/ 68695 h 5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45" y="20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41" y="16"/>
                    <a:pt x="41" y="16"/>
                    <a:pt x="40" y="16"/>
                  </a:cubicBezTo>
                  <a:cubicBezTo>
                    <a:pt x="39" y="16"/>
                    <a:pt x="39" y="16"/>
                    <a:pt x="38" y="17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2"/>
                    <a:pt x="14" y="22"/>
                  </a:cubicBezTo>
                  <a:cubicBezTo>
                    <a:pt x="14" y="22"/>
                    <a:pt x="13" y="23"/>
                    <a:pt x="13" y="23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7"/>
                    <a:pt x="9" y="27"/>
                    <a:pt x="9" y="28"/>
                  </a:cubicBezTo>
                  <a:cubicBezTo>
                    <a:pt x="9" y="29"/>
                    <a:pt x="9" y="29"/>
                    <a:pt x="9" y="30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5" y="43"/>
                    <a:pt x="25" y="43"/>
                    <a:pt x="26" y="4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2"/>
                    <a:pt x="46" y="22"/>
                  </a:cubicBezTo>
                  <a:cubicBezTo>
                    <a:pt x="46" y="21"/>
                    <a:pt x="45" y="20"/>
                    <a:pt x="45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968375" y="4899063"/>
            <a:ext cx="1885808" cy="481414"/>
            <a:chOff x="9712047" y="7814755"/>
            <a:chExt cx="2813101" cy="718138"/>
          </a:xfrm>
        </p:grpSpPr>
        <p:sp>
          <p:nvSpPr>
            <p:cNvPr id="43" name="Rectangle 42"/>
            <p:cNvSpPr/>
            <p:nvPr/>
          </p:nvSpPr>
          <p:spPr>
            <a:xfrm>
              <a:off x="10004994" y="7814755"/>
              <a:ext cx="2520154" cy="7181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根据历史做题情况查漏补缺，进行学情跟踪</a:t>
              </a:r>
              <a:endParaRPr 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44" name="Freeform 45"/>
            <p:cNvSpPr>
              <a:spLocks noEditPoints="1"/>
            </p:cNvSpPr>
            <p:nvPr/>
          </p:nvSpPr>
          <p:spPr bwMode="auto">
            <a:xfrm>
              <a:off x="9712047" y="7887339"/>
              <a:ext cx="248722" cy="248722"/>
            </a:xfrm>
            <a:custGeom>
              <a:avLst/>
              <a:gdLst>
                <a:gd name="T0" fmla="*/ 92739 w 55"/>
                <a:gd name="T1" fmla="*/ 188912 h 55"/>
                <a:gd name="T2" fmla="*/ 0 w 55"/>
                <a:gd name="T3" fmla="*/ 92739 h 55"/>
                <a:gd name="T4" fmla="*/ 92739 w 55"/>
                <a:gd name="T5" fmla="*/ 0 h 55"/>
                <a:gd name="T6" fmla="*/ 188912 w 55"/>
                <a:gd name="T7" fmla="*/ 92739 h 55"/>
                <a:gd name="T8" fmla="*/ 92739 w 55"/>
                <a:gd name="T9" fmla="*/ 188912 h 55"/>
                <a:gd name="T10" fmla="*/ 154564 w 55"/>
                <a:gd name="T11" fmla="*/ 68695 h 55"/>
                <a:gd name="T12" fmla="*/ 144260 w 55"/>
                <a:gd name="T13" fmla="*/ 58391 h 55"/>
                <a:gd name="T14" fmla="*/ 137391 w 55"/>
                <a:gd name="T15" fmla="*/ 54956 h 55"/>
                <a:gd name="T16" fmla="*/ 130521 w 55"/>
                <a:gd name="T17" fmla="*/ 58391 h 55"/>
                <a:gd name="T18" fmla="*/ 82434 w 55"/>
                <a:gd name="T19" fmla="*/ 106478 h 55"/>
                <a:gd name="T20" fmla="*/ 54956 w 55"/>
                <a:gd name="T21" fmla="*/ 79000 h 55"/>
                <a:gd name="T22" fmla="*/ 48087 w 55"/>
                <a:gd name="T23" fmla="*/ 75565 h 55"/>
                <a:gd name="T24" fmla="*/ 44652 w 55"/>
                <a:gd name="T25" fmla="*/ 79000 h 55"/>
                <a:gd name="T26" fmla="*/ 30913 w 55"/>
                <a:gd name="T27" fmla="*/ 89304 h 55"/>
                <a:gd name="T28" fmla="*/ 30913 w 55"/>
                <a:gd name="T29" fmla="*/ 96173 h 55"/>
                <a:gd name="T30" fmla="*/ 30913 w 55"/>
                <a:gd name="T31" fmla="*/ 103043 h 55"/>
                <a:gd name="T32" fmla="*/ 75565 w 55"/>
                <a:gd name="T33" fmla="*/ 147695 h 55"/>
                <a:gd name="T34" fmla="*/ 82434 w 55"/>
                <a:gd name="T35" fmla="*/ 147695 h 55"/>
                <a:gd name="T36" fmla="*/ 89304 w 55"/>
                <a:gd name="T37" fmla="*/ 147695 h 55"/>
                <a:gd name="T38" fmla="*/ 154564 w 55"/>
                <a:gd name="T39" fmla="*/ 79000 h 55"/>
                <a:gd name="T40" fmla="*/ 157999 w 55"/>
                <a:gd name="T41" fmla="*/ 75565 h 55"/>
                <a:gd name="T42" fmla="*/ 154564 w 55"/>
                <a:gd name="T43" fmla="*/ 68695 h 5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45" y="20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41" y="16"/>
                    <a:pt x="41" y="16"/>
                    <a:pt x="40" y="16"/>
                  </a:cubicBezTo>
                  <a:cubicBezTo>
                    <a:pt x="39" y="16"/>
                    <a:pt x="39" y="16"/>
                    <a:pt x="38" y="17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2"/>
                    <a:pt x="14" y="22"/>
                  </a:cubicBezTo>
                  <a:cubicBezTo>
                    <a:pt x="14" y="22"/>
                    <a:pt x="13" y="23"/>
                    <a:pt x="13" y="23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7"/>
                    <a:pt x="9" y="27"/>
                    <a:pt x="9" y="28"/>
                  </a:cubicBezTo>
                  <a:cubicBezTo>
                    <a:pt x="9" y="29"/>
                    <a:pt x="9" y="29"/>
                    <a:pt x="9" y="30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5" y="43"/>
                    <a:pt x="25" y="43"/>
                    <a:pt x="26" y="4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2"/>
                    <a:pt x="46" y="22"/>
                  </a:cubicBezTo>
                  <a:cubicBezTo>
                    <a:pt x="46" y="21"/>
                    <a:pt x="45" y="20"/>
                    <a:pt x="45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1771393" y="2288306"/>
            <a:ext cx="199652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AI agent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开发</a:t>
            </a:r>
            <a:endParaRPr lang="id-ID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91" name="Group 90"/>
          <p:cNvGrpSpPr/>
          <p:nvPr/>
        </p:nvGrpSpPr>
        <p:grpSpPr>
          <a:xfrm>
            <a:off x="973402" y="2339370"/>
            <a:ext cx="596216" cy="596215"/>
            <a:chOff x="1265681" y="2366367"/>
            <a:chExt cx="935166" cy="935164"/>
          </a:xfrm>
        </p:grpSpPr>
        <p:sp>
          <p:nvSpPr>
            <p:cNvPr id="88" name="Oval 87"/>
            <p:cNvSpPr/>
            <p:nvPr/>
          </p:nvSpPr>
          <p:spPr>
            <a:xfrm>
              <a:off x="1265681" y="2366367"/>
              <a:ext cx="935166" cy="9351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444500" dist="127000" dir="8100000" sx="95000" sy="95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89" name="Freeform 31"/>
            <p:cNvSpPr>
              <a:spLocks noEditPoints="1"/>
            </p:cNvSpPr>
            <p:nvPr/>
          </p:nvSpPr>
          <p:spPr bwMode="auto">
            <a:xfrm flipH="1">
              <a:off x="1531031" y="2643207"/>
              <a:ext cx="379110" cy="381482"/>
            </a:xfrm>
            <a:custGeom>
              <a:avLst/>
              <a:gdLst>
                <a:gd name="T0" fmla="*/ 160 w 160"/>
                <a:gd name="T1" fmla="*/ 155 h 161"/>
                <a:gd name="T2" fmla="*/ 114 w 160"/>
                <a:gd name="T3" fmla="*/ 109 h 161"/>
                <a:gd name="T4" fmla="*/ 153 w 160"/>
                <a:gd name="T5" fmla="*/ 70 h 161"/>
                <a:gd name="T6" fmla="*/ 126 w 160"/>
                <a:gd name="T7" fmla="*/ 44 h 161"/>
                <a:gd name="T8" fmla="*/ 101 w 160"/>
                <a:gd name="T9" fmla="*/ 70 h 161"/>
                <a:gd name="T10" fmla="*/ 59 w 160"/>
                <a:gd name="T11" fmla="*/ 28 h 161"/>
                <a:gd name="T12" fmla="*/ 70 w 160"/>
                <a:gd name="T13" fmla="*/ 18 h 161"/>
                <a:gd name="T14" fmla="*/ 52 w 160"/>
                <a:gd name="T15" fmla="*/ 0 h 161"/>
                <a:gd name="T16" fmla="*/ 0 w 160"/>
                <a:gd name="T17" fmla="*/ 52 h 161"/>
                <a:gd name="T18" fmla="*/ 18 w 160"/>
                <a:gd name="T19" fmla="*/ 70 h 161"/>
                <a:gd name="T20" fmla="*/ 28 w 160"/>
                <a:gd name="T21" fmla="*/ 59 h 161"/>
                <a:gd name="T22" fmla="*/ 70 w 160"/>
                <a:gd name="T23" fmla="*/ 101 h 161"/>
                <a:gd name="T24" fmla="*/ 43 w 160"/>
                <a:gd name="T25" fmla="*/ 127 h 161"/>
                <a:gd name="T26" fmla="*/ 70 w 160"/>
                <a:gd name="T27" fmla="*/ 153 h 161"/>
                <a:gd name="T28" fmla="*/ 108 w 160"/>
                <a:gd name="T29" fmla="*/ 114 h 161"/>
                <a:gd name="T30" fmla="*/ 155 w 160"/>
                <a:gd name="T31" fmla="*/ 161 h 161"/>
                <a:gd name="T32" fmla="*/ 160 w 160"/>
                <a:gd name="T33" fmla="*/ 155 h 161"/>
                <a:gd name="T34" fmla="*/ 18 w 160"/>
                <a:gd name="T35" fmla="*/ 59 h 161"/>
                <a:gd name="T36" fmla="*/ 10 w 160"/>
                <a:gd name="T37" fmla="*/ 52 h 161"/>
                <a:gd name="T38" fmla="*/ 52 w 160"/>
                <a:gd name="T39" fmla="*/ 10 h 161"/>
                <a:gd name="T40" fmla="*/ 59 w 160"/>
                <a:gd name="T41" fmla="*/ 18 h 161"/>
                <a:gd name="T42" fmla="*/ 38 w 160"/>
                <a:gd name="T43" fmla="*/ 39 h 161"/>
                <a:gd name="T44" fmla="*/ 23 w 160"/>
                <a:gd name="T45" fmla="*/ 55 h 161"/>
                <a:gd name="T46" fmla="*/ 23 w 160"/>
                <a:gd name="T47" fmla="*/ 55 h 161"/>
                <a:gd name="T48" fmla="*/ 18 w 160"/>
                <a:gd name="T49" fmla="*/ 59 h 161"/>
                <a:gd name="T50" fmla="*/ 33 w 160"/>
                <a:gd name="T51" fmla="*/ 55 h 161"/>
                <a:gd name="T52" fmla="*/ 54 w 160"/>
                <a:gd name="T53" fmla="*/ 34 h 161"/>
                <a:gd name="T54" fmla="*/ 95 w 160"/>
                <a:gd name="T55" fmla="*/ 75 h 161"/>
                <a:gd name="T56" fmla="*/ 79 w 160"/>
                <a:gd name="T57" fmla="*/ 91 h 161"/>
                <a:gd name="T58" fmla="*/ 74 w 160"/>
                <a:gd name="T59" fmla="*/ 96 h 161"/>
                <a:gd name="T60" fmla="*/ 33 w 160"/>
                <a:gd name="T61" fmla="*/ 55 h 161"/>
                <a:gd name="T62" fmla="*/ 54 w 160"/>
                <a:gd name="T63" fmla="*/ 127 h 161"/>
                <a:gd name="T64" fmla="*/ 74 w 160"/>
                <a:gd name="T65" fmla="*/ 106 h 161"/>
                <a:gd name="T66" fmla="*/ 74 w 160"/>
                <a:gd name="T67" fmla="*/ 106 h 161"/>
                <a:gd name="T68" fmla="*/ 92 w 160"/>
                <a:gd name="T69" fmla="*/ 89 h 161"/>
                <a:gd name="T70" fmla="*/ 126 w 160"/>
                <a:gd name="T71" fmla="*/ 55 h 161"/>
                <a:gd name="T72" fmla="*/ 142 w 160"/>
                <a:gd name="T73" fmla="*/ 70 h 161"/>
                <a:gd name="T74" fmla="*/ 70 w 160"/>
                <a:gd name="T75" fmla="*/ 142 h 161"/>
                <a:gd name="T76" fmla="*/ 54 w 160"/>
                <a:gd name="T77" fmla="*/ 127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0" h="161">
                  <a:moveTo>
                    <a:pt x="160" y="155"/>
                  </a:moveTo>
                  <a:lnTo>
                    <a:pt x="114" y="109"/>
                  </a:lnTo>
                  <a:lnTo>
                    <a:pt x="153" y="70"/>
                  </a:lnTo>
                  <a:lnTo>
                    <a:pt x="126" y="44"/>
                  </a:lnTo>
                  <a:lnTo>
                    <a:pt x="101" y="70"/>
                  </a:lnTo>
                  <a:lnTo>
                    <a:pt x="59" y="28"/>
                  </a:lnTo>
                  <a:lnTo>
                    <a:pt x="70" y="18"/>
                  </a:lnTo>
                  <a:lnTo>
                    <a:pt x="52" y="0"/>
                  </a:lnTo>
                  <a:lnTo>
                    <a:pt x="0" y="52"/>
                  </a:lnTo>
                  <a:lnTo>
                    <a:pt x="18" y="70"/>
                  </a:lnTo>
                  <a:lnTo>
                    <a:pt x="28" y="59"/>
                  </a:lnTo>
                  <a:lnTo>
                    <a:pt x="70" y="101"/>
                  </a:lnTo>
                  <a:lnTo>
                    <a:pt x="43" y="127"/>
                  </a:lnTo>
                  <a:lnTo>
                    <a:pt x="70" y="153"/>
                  </a:lnTo>
                  <a:lnTo>
                    <a:pt x="108" y="114"/>
                  </a:lnTo>
                  <a:lnTo>
                    <a:pt x="155" y="161"/>
                  </a:lnTo>
                  <a:lnTo>
                    <a:pt x="160" y="155"/>
                  </a:lnTo>
                  <a:close/>
                  <a:moveTo>
                    <a:pt x="18" y="59"/>
                  </a:moveTo>
                  <a:lnTo>
                    <a:pt x="10" y="52"/>
                  </a:lnTo>
                  <a:lnTo>
                    <a:pt x="52" y="10"/>
                  </a:lnTo>
                  <a:lnTo>
                    <a:pt x="59" y="18"/>
                  </a:lnTo>
                  <a:lnTo>
                    <a:pt x="38" y="39"/>
                  </a:lnTo>
                  <a:lnTo>
                    <a:pt x="23" y="55"/>
                  </a:lnTo>
                  <a:lnTo>
                    <a:pt x="23" y="55"/>
                  </a:lnTo>
                  <a:lnTo>
                    <a:pt x="18" y="59"/>
                  </a:lnTo>
                  <a:close/>
                  <a:moveTo>
                    <a:pt x="33" y="55"/>
                  </a:moveTo>
                  <a:lnTo>
                    <a:pt x="54" y="34"/>
                  </a:lnTo>
                  <a:lnTo>
                    <a:pt x="95" y="75"/>
                  </a:lnTo>
                  <a:lnTo>
                    <a:pt x="79" y="91"/>
                  </a:lnTo>
                  <a:lnTo>
                    <a:pt x="74" y="96"/>
                  </a:lnTo>
                  <a:lnTo>
                    <a:pt x="33" y="55"/>
                  </a:lnTo>
                  <a:close/>
                  <a:moveTo>
                    <a:pt x="54" y="127"/>
                  </a:moveTo>
                  <a:lnTo>
                    <a:pt x="74" y="106"/>
                  </a:lnTo>
                  <a:lnTo>
                    <a:pt x="74" y="106"/>
                  </a:lnTo>
                  <a:lnTo>
                    <a:pt x="92" y="89"/>
                  </a:lnTo>
                  <a:lnTo>
                    <a:pt x="126" y="55"/>
                  </a:lnTo>
                  <a:lnTo>
                    <a:pt x="142" y="70"/>
                  </a:lnTo>
                  <a:lnTo>
                    <a:pt x="70" y="142"/>
                  </a:lnTo>
                  <a:lnTo>
                    <a:pt x="54" y="127"/>
                  </a:lnTo>
                  <a:close/>
                </a:path>
              </a:pathLst>
            </a:custGeom>
            <a:gradFill>
              <a:gsLst>
                <a:gs pos="0">
                  <a:srgbClr val="2BFFFF"/>
                </a:gs>
                <a:gs pos="100000">
                  <a:srgbClr val="EAB1C4"/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sp>
        <p:nvSpPr>
          <p:cNvPr id="90" name="Rectangle 89"/>
          <p:cNvSpPr/>
          <p:nvPr/>
        </p:nvSpPr>
        <p:spPr>
          <a:xfrm>
            <a:off x="1771392" y="2595972"/>
            <a:ext cx="2256332" cy="295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id-ID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AI agent Development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771393" y="3789251"/>
            <a:ext cx="1996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深入教育领域</a:t>
            </a:r>
            <a:endParaRPr lang="id-ID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1771392" y="4096916"/>
            <a:ext cx="2256332" cy="516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Delve into the field of education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558733" y="667093"/>
            <a:ext cx="5076121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gradFill>
                  <a:gsLst>
                    <a:gs pos="1000">
                      <a:srgbClr val="EAB1C4"/>
                    </a:gs>
                    <a:gs pos="100000">
                      <a:srgbClr val="2BFFFF"/>
                    </a:gs>
                  </a:gsLst>
                  <a:lin ang="135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技术亮点</a:t>
            </a:r>
            <a:endParaRPr lang="id-ID" sz="4000" b="1" dirty="0">
              <a:gradFill>
                <a:gsLst>
                  <a:gs pos="1000">
                    <a:srgbClr val="EAB1C4"/>
                  </a:gs>
                  <a:gs pos="100000">
                    <a:srgbClr val="2BFFFF"/>
                  </a:gs>
                </a:gsLst>
                <a:lin ang="135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785376" y="1265045"/>
            <a:ext cx="2621250" cy="276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Innovation points</a:t>
            </a:r>
            <a:endParaRPr lang="id-ID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cxnSp>
        <p:nvCxnSpPr>
          <p:cNvPr id="102" name="Straight Connector 101"/>
          <p:cNvCxnSpPr/>
          <p:nvPr/>
        </p:nvCxnSpPr>
        <p:spPr>
          <a:xfrm>
            <a:off x="5791311" y="655566"/>
            <a:ext cx="60938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/>
          <p:cNvGrpSpPr/>
          <p:nvPr/>
        </p:nvGrpSpPr>
        <p:grpSpPr>
          <a:xfrm>
            <a:off x="4946455" y="3969482"/>
            <a:ext cx="1851048" cy="844398"/>
            <a:chOff x="4946039" y="3969677"/>
            <a:chExt cx="1851717" cy="844703"/>
          </a:xfrm>
        </p:grpSpPr>
        <p:cxnSp>
          <p:nvCxnSpPr>
            <p:cNvPr id="107" name="Straight Connector 106"/>
            <p:cNvCxnSpPr/>
            <p:nvPr/>
          </p:nvCxnSpPr>
          <p:spPr>
            <a:xfrm>
              <a:off x="4946039" y="3969677"/>
              <a:ext cx="1851717" cy="0"/>
            </a:xfrm>
            <a:prstGeom prst="line">
              <a:avLst/>
            </a:prstGeom>
            <a:ln>
              <a:solidFill>
                <a:schemeClr val="bg1">
                  <a:lumMod val="9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4946039" y="4393508"/>
              <a:ext cx="1851717" cy="0"/>
            </a:xfrm>
            <a:prstGeom prst="line">
              <a:avLst/>
            </a:prstGeom>
            <a:ln>
              <a:solidFill>
                <a:schemeClr val="bg1">
                  <a:lumMod val="9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4946039" y="4814380"/>
              <a:ext cx="1851717" cy="0"/>
            </a:xfrm>
            <a:prstGeom prst="line">
              <a:avLst/>
            </a:prstGeom>
            <a:ln>
              <a:solidFill>
                <a:schemeClr val="bg1">
                  <a:lumMod val="9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oup 114"/>
          <p:cNvGrpSpPr/>
          <p:nvPr/>
        </p:nvGrpSpPr>
        <p:grpSpPr>
          <a:xfrm>
            <a:off x="7234755" y="3969483"/>
            <a:ext cx="1742548" cy="811760"/>
            <a:chOff x="4946039" y="3969677"/>
            <a:chExt cx="1851717" cy="844703"/>
          </a:xfrm>
        </p:grpSpPr>
        <p:cxnSp>
          <p:nvCxnSpPr>
            <p:cNvPr id="116" name="Straight Connector 115"/>
            <p:cNvCxnSpPr/>
            <p:nvPr/>
          </p:nvCxnSpPr>
          <p:spPr>
            <a:xfrm>
              <a:off x="4946039" y="3969677"/>
              <a:ext cx="185171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>
              <a:off x="4946039" y="4393508"/>
              <a:ext cx="185171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4946039" y="4814380"/>
              <a:ext cx="185171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/>
          <p:cNvGrpSpPr/>
          <p:nvPr/>
        </p:nvGrpSpPr>
        <p:grpSpPr>
          <a:xfrm>
            <a:off x="9380048" y="3969482"/>
            <a:ext cx="1693567" cy="747388"/>
            <a:chOff x="4946039" y="3969677"/>
            <a:chExt cx="1851717" cy="844703"/>
          </a:xfrm>
        </p:grpSpPr>
        <p:cxnSp>
          <p:nvCxnSpPr>
            <p:cNvPr id="120" name="Straight Connector 119"/>
            <p:cNvCxnSpPr/>
            <p:nvPr/>
          </p:nvCxnSpPr>
          <p:spPr>
            <a:xfrm>
              <a:off x="4946039" y="3969677"/>
              <a:ext cx="185171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>
              <a:off x="4946039" y="4393508"/>
              <a:ext cx="185171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>
              <a:off x="4946039" y="4814380"/>
              <a:ext cx="1851717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Isosceles Triangle 122"/>
          <p:cNvSpPr/>
          <p:nvPr/>
        </p:nvSpPr>
        <p:spPr>
          <a:xfrm rot="10800000">
            <a:off x="10118199" y="2203969"/>
            <a:ext cx="217274" cy="120387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24" name="Isosceles Triangle 123"/>
          <p:cNvSpPr/>
          <p:nvPr/>
        </p:nvSpPr>
        <p:spPr>
          <a:xfrm rot="10800000">
            <a:off x="8020353" y="2052555"/>
            <a:ext cx="217274" cy="120387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25" name="Isosceles Triangle 124"/>
          <p:cNvSpPr/>
          <p:nvPr/>
        </p:nvSpPr>
        <p:spPr>
          <a:xfrm rot="10800000">
            <a:off x="5763341" y="1924528"/>
            <a:ext cx="217274" cy="12038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973402" y="3840313"/>
            <a:ext cx="596216" cy="596215"/>
            <a:chOff x="971549" y="3840461"/>
            <a:chExt cx="596432" cy="596431"/>
          </a:xfrm>
        </p:grpSpPr>
        <p:sp>
          <p:nvSpPr>
            <p:cNvPr id="94" name="Oval 93"/>
            <p:cNvSpPr/>
            <p:nvPr/>
          </p:nvSpPr>
          <p:spPr>
            <a:xfrm>
              <a:off x="971549" y="3840461"/>
              <a:ext cx="596432" cy="5964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444500" dist="127000" dir="8100000" sx="95000" sy="95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79" name="Freeform 18"/>
            <p:cNvSpPr>
              <a:spLocks noEditPoints="1"/>
            </p:cNvSpPr>
            <p:nvPr/>
          </p:nvSpPr>
          <p:spPr bwMode="auto">
            <a:xfrm>
              <a:off x="1114431" y="4021860"/>
              <a:ext cx="310669" cy="233633"/>
            </a:xfrm>
            <a:custGeom>
              <a:avLst/>
              <a:gdLst>
                <a:gd name="T0" fmla="*/ 192 w 208"/>
                <a:gd name="T1" fmla="*/ 24 h 156"/>
                <a:gd name="T2" fmla="*/ 138 w 208"/>
                <a:gd name="T3" fmla="*/ 24 h 156"/>
                <a:gd name="T4" fmla="*/ 124 w 208"/>
                <a:gd name="T5" fmla="*/ 0 h 156"/>
                <a:gd name="T6" fmla="*/ 80 w 208"/>
                <a:gd name="T7" fmla="*/ 0 h 156"/>
                <a:gd name="T8" fmla="*/ 66 w 208"/>
                <a:gd name="T9" fmla="*/ 24 h 156"/>
                <a:gd name="T10" fmla="*/ 16 w 208"/>
                <a:gd name="T11" fmla="*/ 24 h 156"/>
                <a:gd name="T12" fmla="*/ 0 w 208"/>
                <a:gd name="T13" fmla="*/ 40 h 156"/>
                <a:gd name="T14" fmla="*/ 0 w 208"/>
                <a:gd name="T15" fmla="*/ 140 h 156"/>
                <a:gd name="T16" fmla="*/ 16 w 208"/>
                <a:gd name="T17" fmla="*/ 156 h 156"/>
                <a:gd name="T18" fmla="*/ 192 w 208"/>
                <a:gd name="T19" fmla="*/ 156 h 156"/>
                <a:gd name="T20" fmla="*/ 208 w 208"/>
                <a:gd name="T21" fmla="*/ 140 h 156"/>
                <a:gd name="T22" fmla="*/ 208 w 208"/>
                <a:gd name="T23" fmla="*/ 40 h 156"/>
                <a:gd name="T24" fmla="*/ 192 w 208"/>
                <a:gd name="T25" fmla="*/ 24 h 156"/>
                <a:gd name="T26" fmla="*/ 200 w 208"/>
                <a:gd name="T27" fmla="*/ 140 h 156"/>
                <a:gd name="T28" fmla="*/ 192 w 208"/>
                <a:gd name="T29" fmla="*/ 148 h 156"/>
                <a:gd name="T30" fmla="*/ 16 w 208"/>
                <a:gd name="T31" fmla="*/ 148 h 156"/>
                <a:gd name="T32" fmla="*/ 8 w 208"/>
                <a:gd name="T33" fmla="*/ 140 h 156"/>
                <a:gd name="T34" fmla="*/ 8 w 208"/>
                <a:gd name="T35" fmla="*/ 40 h 156"/>
                <a:gd name="T36" fmla="*/ 16 w 208"/>
                <a:gd name="T37" fmla="*/ 32 h 156"/>
                <a:gd name="T38" fmla="*/ 71 w 208"/>
                <a:gd name="T39" fmla="*/ 32 h 156"/>
                <a:gd name="T40" fmla="*/ 73 w 208"/>
                <a:gd name="T41" fmla="*/ 28 h 156"/>
                <a:gd name="T42" fmla="*/ 85 w 208"/>
                <a:gd name="T43" fmla="*/ 8 h 156"/>
                <a:gd name="T44" fmla="*/ 120 w 208"/>
                <a:gd name="T45" fmla="*/ 8 h 156"/>
                <a:gd name="T46" fmla="*/ 131 w 208"/>
                <a:gd name="T47" fmla="*/ 28 h 156"/>
                <a:gd name="T48" fmla="*/ 133 w 208"/>
                <a:gd name="T49" fmla="*/ 32 h 156"/>
                <a:gd name="T50" fmla="*/ 192 w 208"/>
                <a:gd name="T51" fmla="*/ 32 h 156"/>
                <a:gd name="T52" fmla="*/ 200 w 208"/>
                <a:gd name="T53" fmla="*/ 40 h 156"/>
                <a:gd name="T54" fmla="*/ 200 w 208"/>
                <a:gd name="T55" fmla="*/ 140 h 156"/>
                <a:gd name="T56" fmla="*/ 20 w 208"/>
                <a:gd name="T57" fmla="*/ 20 h 156"/>
                <a:gd name="T58" fmla="*/ 52 w 208"/>
                <a:gd name="T59" fmla="*/ 20 h 156"/>
                <a:gd name="T60" fmla="*/ 56 w 208"/>
                <a:gd name="T61" fmla="*/ 16 h 156"/>
                <a:gd name="T62" fmla="*/ 52 w 208"/>
                <a:gd name="T63" fmla="*/ 12 h 156"/>
                <a:gd name="T64" fmla="*/ 20 w 208"/>
                <a:gd name="T65" fmla="*/ 12 h 156"/>
                <a:gd name="T66" fmla="*/ 16 w 208"/>
                <a:gd name="T67" fmla="*/ 16 h 156"/>
                <a:gd name="T68" fmla="*/ 20 w 208"/>
                <a:gd name="T69" fmla="*/ 20 h 156"/>
                <a:gd name="T70" fmla="*/ 172 w 208"/>
                <a:gd name="T71" fmla="*/ 47 h 156"/>
                <a:gd name="T72" fmla="*/ 161 w 208"/>
                <a:gd name="T73" fmla="*/ 59 h 156"/>
                <a:gd name="T74" fmla="*/ 172 w 208"/>
                <a:gd name="T75" fmla="*/ 71 h 156"/>
                <a:gd name="T76" fmla="*/ 184 w 208"/>
                <a:gd name="T77" fmla="*/ 59 h 156"/>
                <a:gd name="T78" fmla="*/ 172 w 208"/>
                <a:gd name="T79" fmla="*/ 47 h 156"/>
                <a:gd name="T80" fmla="*/ 172 w 208"/>
                <a:gd name="T81" fmla="*/ 63 h 156"/>
                <a:gd name="T82" fmla="*/ 169 w 208"/>
                <a:gd name="T83" fmla="*/ 59 h 156"/>
                <a:gd name="T84" fmla="*/ 172 w 208"/>
                <a:gd name="T85" fmla="*/ 55 h 156"/>
                <a:gd name="T86" fmla="*/ 176 w 208"/>
                <a:gd name="T87" fmla="*/ 59 h 156"/>
                <a:gd name="T88" fmla="*/ 172 w 208"/>
                <a:gd name="T89" fmla="*/ 63 h 156"/>
                <a:gd name="T90" fmla="*/ 99 w 208"/>
                <a:gd name="T91" fmla="*/ 39 h 156"/>
                <a:gd name="T92" fmla="*/ 48 w 208"/>
                <a:gd name="T93" fmla="*/ 89 h 156"/>
                <a:gd name="T94" fmla="*/ 99 w 208"/>
                <a:gd name="T95" fmla="*/ 140 h 156"/>
                <a:gd name="T96" fmla="*/ 150 w 208"/>
                <a:gd name="T97" fmla="*/ 89 h 156"/>
                <a:gd name="T98" fmla="*/ 99 w 208"/>
                <a:gd name="T99" fmla="*/ 39 h 156"/>
                <a:gd name="T100" fmla="*/ 99 w 208"/>
                <a:gd name="T101" fmla="*/ 132 h 156"/>
                <a:gd name="T102" fmla="*/ 56 w 208"/>
                <a:gd name="T103" fmla="*/ 89 h 156"/>
                <a:gd name="T104" fmla="*/ 99 w 208"/>
                <a:gd name="T105" fmla="*/ 47 h 156"/>
                <a:gd name="T106" fmla="*/ 142 w 208"/>
                <a:gd name="T107" fmla="*/ 89 h 156"/>
                <a:gd name="T108" fmla="*/ 99 w 208"/>
                <a:gd name="T109" fmla="*/ 13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156">
                  <a:moveTo>
                    <a:pt x="192" y="24"/>
                  </a:moveTo>
                  <a:cubicBezTo>
                    <a:pt x="138" y="24"/>
                    <a:pt x="138" y="24"/>
                    <a:pt x="138" y="24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7" y="24"/>
                    <a:pt x="0" y="31"/>
                    <a:pt x="0" y="40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49"/>
                    <a:pt x="7" y="156"/>
                    <a:pt x="16" y="156"/>
                  </a:cubicBezTo>
                  <a:cubicBezTo>
                    <a:pt x="192" y="156"/>
                    <a:pt x="192" y="156"/>
                    <a:pt x="192" y="156"/>
                  </a:cubicBezTo>
                  <a:cubicBezTo>
                    <a:pt x="201" y="156"/>
                    <a:pt x="208" y="149"/>
                    <a:pt x="208" y="140"/>
                  </a:cubicBezTo>
                  <a:cubicBezTo>
                    <a:pt x="208" y="40"/>
                    <a:pt x="208" y="40"/>
                    <a:pt x="208" y="40"/>
                  </a:cubicBezTo>
                  <a:cubicBezTo>
                    <a:pt x="208" y="31"/>
                    <a:pt x="201" y="24"/>
                    <a:pt x="192" y="24"/>
                  </a:cubicBezTo>
                  <a:close/>
                  <a:moveTo>
                    <a:pt x="200" y="140"/>
                  </a:moveTo>
                  <a:cubicBezTo>
                    <a:pt x="200" y="144"/>
                    <a:pt x="196" y="148"/>
                    <a:pt x="192" y="148"/>
                  </a:cubicBezTo>
                  <a:cubicBezTo>
                    <a:pt x="16" y="148"/>
                    <a:pt x="16" y="148"/>
                    <a:pt x="16" y="148"/>
                  </a:cubicBezTo>
                  <a:cubicBezTo>
                    <a:pt x="12" y="148"/>
                    <a:pt x="8" y="144"/>
                    <a:pt x="8" y="1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36"/>
                    <a:pt x="12" y="32"/>
                    <a:pt x="16" y="32"/>
                  </a:cubicBezTo>
                  <a:cubicBezTo>
                    <a:pt x="71" y="32"/>
                    <a:pt x="71" y="32"/>
                    <a:pt x="71" y="32"/>
                  </a:cubicBezTo>
                  <a:cubicBezTo>
                    <a:pt x="73" y="28"/>
                    <a:pt x="73" y="28"/>
                    <a:pt x="73" y="2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120" y="8"/>
                    <a:pt x="120" y="8"/>
                    <a:pt x="120" y="8"/>
                  </a:cubicBezTo>
                  <a:cubicBezTo>
                    <a:pt x="131" y="28"/>
                    <a:pt x="131" y="28"/>
                    <a:pt x="131" y="28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92" y="32"/>
                    <a:pt x="192" y="32"/>
                    <a:pt x="192" y="32"/>
                  </a:cubicBezTo>
                  <a:cubicBezTo>
                    <a:pt x="196" y="32"/>
                    <a:pt x="200" y="36"/>
                    <a:pt x="200" y="40"/>
                  </a:cubicBezTo>
                  <a:lnTo>
                    <a:pt x="200" y="140"/>
                  </a:lnTo>
                  <a:close/>
                  <a:moveTo>
                    <a:pt x="20" y="20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4" y="20"/>
                    <a:pt x="56" y="18"/>
                    <a:pt x="56" y="16"/>
                  </a:cubicBezTo>
                  <a:cubicBezTo>
                    <a:pt x="56" y="14"/>
                    <a:pt x="54" y="12"/>
                    <a:pt x="52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8" y="12"/>
                    <a:pt x="16" y="14"/>
                    <a:pt x="16" y="16"/>
                  </a:cubicBezTo>
                  <a:cubicBezTo>
                    <a:pt x="16" y="18"/>
                    <a:pt x="18" y="20"/>
                    <a:pt x="20" y="20"/>
                  </a:cubicBezTo>
                  <a:close/>
                  <a:moveTo>
                    <a:pt x="172" y="47"/>
                  </a:moveTo>
                  <a:cubicBezTo>
                    <a:pt x="166" y="47"/>
                    <a:pt x="161" y="53"/>
                    <a:pt x="161" y="59"/>
                  </a:cubicBezTo>
                  <a:cubicBezTo>
                    <a:pt x="161" y="65"/>
                    <a:pt x="166" y="71"/>
                    <a:pt x="172" y="71"/>
                  </a:cubicBezTo>
                  <a:cubicBezTo>
                    <a:pt x="179" y="71"/>
                    <a:pt x="184" y="65"/>
                    <a:pt x="184" y="59"/>
                  </a:cubicBezTo>
                  <a:cubicBezTo>
                    <a:pt x="184" y="53"/>
                    <a:pt x="179" y="47"/>
                    <a:pt x="172" y="47"/>
                  </a:cubicBezTo>
                  <a:close/>
                  <a:moveTo>
                    <a:pt x="172" y="63"/>
                  </a:moveTo>
                  <a:cubicBezTo>
                    <a:pt x="170" y="63"/>
                    <a:pt x="169" y="61"/>
                    <a:pt x="169" y="59"/>
                  </a:cubicBezTo>
                  <a:cubicBezTo>
                    <a:pt x="169" y="57"/>
                    <a:pt x="170" y="55"/>
                    <a:pt x="172" y="55"/>
                  </a:cubicBezTo>
                  <a:cubicBezTo>
                    <a:pt x="174" y="55"/>
                    <a:pt x="176" y="57"/>
                    <a:pt x="176" y="59"/>
                  </a:cubicBezTo>
                  <a:cubicBezTo>
                    <a:pt x="176" y="61"/>
                    <a:pt x="174" y="63"/>
                    <a:pt x="172" y="63"/>
                  </a:cubicBezTo>
                  <a:close/>
                  <a:moveTo>
                    <a:pt x="99" y="39"/>
                  </a:moveTo>
                  <a:cubicBezTo>
                    <a:pt x="71" y="39"/>
                    <a:pt x="48" y="61"/>
                    <a:pt x="48" y="89"/>
                  </a:cubicBezTo>
                  <a:cubicBezTo>
                    <a:pt x="48" y="117"/>
                    <a:pt x="71" y="140"/>
                    <a:pt x="99" y="140"/>
                  </a:cubicBezTo>
                  <a:cubicBezTo>
                    <a:pt x="127" y="140"/>
                    <a:pt x="150" y="117"/>
                    <a:pt x="150" y="89"/>
                  </a:cubicBezTo>
                  <a:cubicBezTo>
                    <a:pt x="150" y="61"/>
                    <a:pt x="127" y="39"/>
                    <a:pt x="99" y="39"/>
                  </a:cubicBezTo>
                  <a:close/>
                  <a:moveTo>
                    <a:pt x="99" y="132"/>
                  </a:moveTo>
                  <a:cubicBezTo>
                    <a:pt x="75" y="132"/>
                    <a:pt x="56" y="113"/>
                    <a:pt x="56" y="89"/>
                  </a:cubicBezTo>
                  <a:cubicBezTo>
                    <a:pt x="56" y="66"/>
                    <a:pt x="75" y="47"/>
                    <a:pt x="99" y="47"/>
                  </a:cubicBezTo>
                  <a:cubicBezTo>
                    <a:pt x="123" y="47"/>
                    <a:pt x="142" y="66"/>
                    <a:pt x="142" y="89"/>
                  </a:cubicBezTo>
                  <a:cubicBezTo>
                    <a:pt x="142" y="113"/>
                    <a:pt x="123" y="132"/>
                    <a:pt x="99" y="132"/>
                  </a:cubicBezTo>
                  <a:close/>
                </a:path>
              </a:pathLst>
            </a:custGeom>
            <a:gradFill>
              <a:gsLst>
                <a:gs pos="0">
                  <a:srgbClr val="2BFFFF"/>
                </a:gs>
                <a:gs pos="100000">
                  <a:srgbClr val="EAB1C4"/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8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1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118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7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14" grpId="0" animBg="1"/>
      <p:bldP spid="33" grpId="0" animBg="1"/>
      <p:bldP spid="54" grpId="0"/>
      <p:bldP spid="55" grpId="0"/>
      <p:bldP spid="56" grpId="0" animBg="1"/>
      <p:bldP spid="16" grpId="0"/>
      <p:bldP spid="17" grpId="0"/>
      <p:bldP spid="18" grpId="0" animBg="1"/>
      <p:bldP spid="35" grpId="0"/>
      <p:bldP spid="36" grpId="0"/>
      <p:bldP spid="37" grpId="0" animBg="1"/>
      <p:bldP spid="87" grpId="0"/>
      <p:bldP spid="90" grpId="0"/>
      <p:bldP spid="92" grpId="0"/>
      <p:bldP spid="96" grpId="0"/>
      <p:bldP spid="100" grpId="0"/>
      <p:bldP spid="101" grpId="0"/>
      <p:bldP spid="123" grpId="0" animBg="1"/>
      <p:bldP spid="124" grpId="0" animBg="1"/>
      <p:bldP spid="1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13383" y="2774590"/>
            <a:ext cx="458805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1500" dirty="0">
                <a:gradFill flip="none" rotWithShape="1">
                  <a:gsLst>
                    <a:gs pos="100000">
                      <a:srgbClr val="EAB1C4"/>
                    </a:gs>
                    <a:gs pos="0">
                      <a:srgbClr val="2B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Three </a:t>
            </a:r>
            <a:endParaRPr lang="zh-CN" altLang="en-US" sz="11500" dirty="0">
              <a:gradFill flip="none" rotWithShape="1">
                <a:gsLst>
                  <a:gs pos="100000">
                    <a:srgbClr val="EAB1C4"/>
                  </a:gs>
                  <a:gs pos="0">
                    <a:srgbClr val="2BFFFF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60067" y="4435723"/>
            <a:ext cx="5690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项目成果展示</a:t>
            </a:r>
          </a:p>
        </p:txBody>
      </p:sp>
      <p:sp>
        <p:nvSpPr>
          <p:cNvPr id="5" name="Rectangle 17"/>
          <p:cNvSpPr/>
          <p:nvPr/>
        </p:nvSpPr>
        <p:spPr>
          <a:xfrm>
            <a:off x="5582653" y="5048236"/>
            <a:ext cx="5435091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Introduction to the main functions and interface display of Mentor X</a:t>
            </a:r>
          </a:p>
        </p:txBody>
      </p:sp>
      <p:sp>
        <p:nvSpPr>
          <p:cNvPr id="6" name="TextBox 10"/>
          <p:cNvSpPr txBox="1"/>
          <p:nvPr/>
        </p:nvSpPr>
        <p:spPr>
          <a:xfrm rot="5400000">
            <a:off x="-2339170" y="3316732"/>
            <a:ext cx="6059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spc="300" dirty="0">
                <a:gradFill>
                  <a:gsLst>
                    <a:gs pos="100000">
                      <a:srgbClr val="EAB1C4"/>
                    </a:gs>
                    <a:gs pos="0">
                      <a:srgbClr val="2BFFFF"/>
                    </a:gs>
                  </a:gsLst>
                  <a:path path="circle">
                    <a:fillToRect l="100000" t="100000"/>
                  </a:path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Project Achievement presentation</a:t>
            </a:r>
            <a:endParaRPr lang="id-ID" sz="2000" b="1" spc="300" dirty="0">
              <a:gradFill>
                <a:gsLst>
                  <a:gs pos="100000">
                    <a:srgbClr val="EAB1C4"/>
                  </a:gs>
                  <a:gs pos="0">
                    <a:srgbClr val="2BFFFF"/>
                  </a:gs>
                </a:gsLst>
                <a:path path="circle">
                  <a:fillToRect l="100000" t="100000"/>
                </a:path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9000" contrast="9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532490" y="1123926"/>
            <a:ext cx="2985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功 能 介 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2490" y="2111257"/>
            <a:ext cx="2621250" cy="276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Function introduction</a:t>
            </a:r>
            <a:endParaRPr lang="id-ID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697179" y="1136321"/>
            <a:ext cx="60938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532490" y="2486096"/>
            <a:ext cx="3364623" cy="959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Mentor X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功能主要分为教师端、学生端与管理端；教师端核心功能包括课件生成、习题生成与学生作业一键批改；学生端核心功能包括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AI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助教问答、个性化习题生成与自我练习批改。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32491" y="4717383"/>
            <a:ext cx="1996523" cy="307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一键备课</a:t>
            </a:r>
            <a:endParaRPr lang="id-ID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643289" y="3543980"/>
            <a:ext cx="934828" cy="934826"/>
            <a:chOff x="7643848" y="3544022"/>
            <a:chExt cx="935166" cy="935164"/>
          </a:xfrm>
        </p:grpSpPr>
        <p:sp>
          <p:nvSpPr>
            <p:cNvPr id="16" name="Oval 15"/>
            <p:cNvSpPr/>
            <p:nvPr/>
          </p:nvSpPr>
          <p:spPr>
            <a:xfrm>
              <a:off x="7643848" y="3544022"/>
              <a:ext cx="935166" cy="9351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444500" dist="127000" dir="8100000" sx="95000" sy="95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7" name="Freeform 31"/>
            <p:cNvSpPr>
              <a:spLocks noEditPoints="1"/>
            </p:cNvSpPr>
            <p:nvPr/>
          </p:nvSpPr>
          <p:spPr bwMode="auto">
            <a:xfrm flipH="1">
              <a:off x="7909198" y="3820862"/>
              <a:ext cx="379110" cy="381482"/>
            </a:xfrm>
            <a:custGeom>
              <a:avLst/>
              <a:gdLst>
                <a:gd name="T0" fmla="*/ 160 w 160"/>
                <a:gd name="T1" fmla="*/ 155 h 161"/>
                <a:gd name="T2" fmla="*/ 114 w 160"/>
                <a:gd name="T3" fmla="*/ 109 h 161"/>
                <a:gd name="T4" fmla="*/ 153 w 160"/>
                <a:gd name="T5" fmla="*/ 70 h 161"/>
                <a:gd name="T6" fmla="*/ 126 w 160"/>
                <a:gd name="T7" fmla="*/ 44 h 161"/>
                <a:gd name="T8" fmla="*/ 101 w 160"/>
                <a:gd name="T9" fmla="*/ 70 h 161"/>
                <a:gd name="T10" fmla="*/ 59 w 160"/>
                <a:gd name="T11" fmla="*/ 28 h 161"/>
                <a:gd name="T12" fmla="*/ 70 w 160"/>
                <a:gd name="T13" fmla="*/ 18 h 161"/>
                <a:gd name="T14" fmla="*/ 52 w 160"/>
                <a:gd name="T15" fmla="*/ 0 h 161"/>
                <a:gd name="T16" fmla="*/ 0 w 160"/>
                <a:gd name="T17" fmla="*/ 52 h 161"/>
                <a:gd name="T18" fmla="*/ 18 w 160"/>
                <a:gd name="T19" fmla="*/ 70 h 161"/>
                <a:gd name="T20" fmla="*/ 28 w 160"/>
                <a:gd name="T21" fmla="*/ 59 h 161"/>
                <a:gd name="T22" fmla="*/ 70 w 160"/>
                <a:gd name="T23" fmla="*/ 101 h 161"/>
                <a:gd name="T24" fmla="*/ 43 w 160"/>
                <a:gd name="T25" fmla="*/ 127 h 161"/>
                <a:gd name="T26" fmla="*/ 70 w 160"/>
                <a:gd name="T27" fmla="*/ 153 h 161"/>
                <a:gd name="T28" fmla="*/ 108 w 160"/>
                <a:gd name="T29" fmla="*/ 114 h 161"/>
                <a:gd name="T30" fmla="*/ 155 w 160"/>
                <a:gd name="T31" fmla="*/ 161 h 161"/>
                <a:gd name="T32" fmla="*/ 160 w 160"/>
                <a:gd name="T33" fmla="*/ 155 h 161"/>
                <a:gd name="T34" fmla="*/ 18 w 160"/>
                <a:gd name="T35" fmla="*/ 59 h 161"/>
                <a:gd name="T36" fmla="*/ 10 w 160"/>
                <a:gd name="T37" fmla="*/ 52 h 161"/>
                <a:gd name="T38" fmla="*/ 52 w 160"/>
                <a:gd name="T39" fmla="*/ 10 h 161"/>
                <a:gd name="T40" fmla="*/ 59 w 160"/>
                <a:gd name="T41" fmla="*/ 18 h 161"/>
                <a:gd name="T42" fmla="*/ 38 w 160"/>
                <a:gd name="T43" fmla="*/ 39 h 161"/>
                <a:gd name="T44" fmla="*/ 23 w 160"/>
                <a:gd name="T45" fmla="*/ 55 h 161"/>
                <a:gd name="T46" fmla="*/ 23 w 160"/>
                <a:gd name="T47" fmla="*/ 55 h 161"/>
                <a:gd name="T48" fmla="*/ 18 w 160"/>
                <a:gd name="T49" fmla="*/ 59 h 161"/>
                <a:gd name="T50" fmla="*/ 33 w 160"/>
                <a:gd name="T51" fmla="*/ 55 h 161"/>
                <a:gd name="T52" fmla="*/ 54 w 160"/>
                <a:gd name="T53" fmla="*/ 34 h 161"/>
                <a:gd name="T54" fmla="*/ 95 w 160"/>
                <a:gd name="T55" fmla="*/ 75 h 161"/>
                <a:gd name="T56" fmla="*/ 79 w 160"/>
                <a:gd name="T57" fmla="*/ 91 h 161"/>
                <a:gd name="T58" fmla="*/ 74 w 160"/>
                <a:gd name="T59" fmla="*/ 96 h 161"/>
                <a:gd name="T60" fmla="*/ 33 w 160"/>
                <a:gd name="T61" fmla="*/ 55 h 161"/>
                <a:gd name="T62" fmla="*/ 54 w 160"/>
                <a:gd name="T63" fmla="*/ 127 h 161"/>
                <a:gd name="T64" fmla="*/ 74 w 160"/>
                <a:gd name="T65" fmla="*/ 106 h 161"/>
                <a:gd name="T66" fmla="*/ 74 w 160"/>
                <a:gd name="T67" fmla="*/ 106 h 161"/>
                <a:gd name="T68" fmla="*/ 92 w 160"/>
                <a:gd name="T69" fmla="*/ 89 h 161"/>
                <a:gd name="T70" fmla="*/ 126 w 160"/>
                <a:gd name="T71" fmla="*/ 55 h 161"/>
                <a:gd name="T72" fmla="*/ 142 w 160"/>
                <a:gd name="T73" fmla="*/ 70 h 161"/>
                <a:gd name="T74" fmla="*/ 70 w 160"/>
                <a:gd name="T75" fmla="*/ 142 h 161"/>
                <a:gd name="T76" fmla="*/ 54 w 160"/>
                <a:gd name="T77" fmla="*/ 127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0" h="161">
                  <a:moveTo>
                    <a:pt x="160" y="155"/>
                  </a:moveTo>
                  <a:lnTo>
                    <a:pt x="114" y="109"/>
                  </a:lnTo>
                  <a:lnTo>
                    <a:pt x="153" y="70"/>
                  </a:lnTo>
                  <a:lnTo>
                    <a:pt x="126" y="44"/>
                  </a:lnTo>
                  <a:lnTo>
                    <a:pt x="101" y="70"/>
                  </a:lnTo>
                  <a:lnTo>
                    <a:pt x="59" y="28"/>
                  </a:lnTo>
                  <a:lnTo>
                    <a:pt x="70" y="18"/>
                  </a:lnTo>
                  <a:lnTo>
                    <a:pt x="52" y="0"/>
                  </a:lnTo>
                  <a:lnTo>
                    <a:pt x="0" y="52"/>
                  </a:lnTo>
                  <a:lnTo>
                    <a:pt x="18" y="70"/>
                  </a:lnTo>
                  <a:lnTo>
                    <a:pt x="28" y="59"/>
                  </a:lnTo>
                  <a:lnTo>
                    <a:pt x="70" y="101"/>
                  </a:lnTo>
                  <a:lnTo>
                    <a:pt x="43" y="127"/>
                  </a:lnTo>
                  <a:lnTo>
                    <a:pt x="70" y="153"/>
                  </a:lnTo>
                  <a:lnTo>
                    <a:pt x="108" y="114"/>
                  </a:lnTo>
                  <a:lnTo>
                    <a:pt x="155" y="161"/>
                  </a:lnTo>
                  <a:lnTo>
                    <a:pt x="160" y="155"/>
                  </a:lnTo>
                  <a:close/>
                  <a:moveTo>
                    <a:pt x="18" y="59"/>
                  </a:moveTo>
                  <a:lnTo>
                    <a:pt x="10" y="52"/>
                  </a:lnTo>
                  <a:lnTo>
                    <a:pt x="52" y="10"/>
                  </a:lnTo>
                  <a:lnTo>
                    <a:pt x="59" y="18"/>
                  </a:lnTo>
                  <a:lnTo>
                    <a:pt x="38" y="39"/>
                  </a:lnTo>
                  <a:lnTo>
                    <a:pt x="23" y="55"/>
                  </a:lnTo>
                  <a:lnTo>
                    <a:pt x="23" y="55"/>
                  </a:lnTo>
                  <a:lnTo>
                    <a:pt x="18" y="59"/>
                  </a:lnTo>
                  <a:close/>
                  <a:moveTo>
                    <a:pt x="33" y="55"/>
                  </a:moveTo>
                  <a:lnTo>
                    <a:pt x="54" y="34"/>
                  </a:lnTo>
                  <a:lnTo>
                    <a:pt x="95" y="75"/>
                  </a:lnTo>
                  <a:lnTo>
                    <a:pt x="79" y="91"/>
                  </a:lnTo>
                  <a:lnTo>
                    <a:pt x="74" y="96"/>
                  </a:lnTo>
                  <a:lnTo>
                    <a:pt x="33" y="55"/>
                  </a:lnTo>
                  <a:close/>
                  <a:moveTo>
                    <a:pt x="54" y="127"/>
                  </a:moveTo>
                  <a:lnTo>
                    <a:pt x="74" y="106"/>
                  </a:lnTo>
                  <a:lnTo>
                    <a:pt x="74" y="106"/>
                  </a:lnTo>
                  <a:lnTo>
                    <a:pt x="92" y="89"/>
                  </a:lnTo>
                  <a:lnTo>
                    <a:pt x="126" y="55"/>
                  </a:lnTo>
                  <a:lnTo>
                    <a:pt x="142" y="70"/>
                  </a:lnTo>
                  <a:lnTo>
                    <a:pt x="70" y="142"/>
                  </a:lnTo>
                  <a:lnTo>
                    <a:pt x="54" y="127"/>
                  </a:lnTo>
                  <a:close/>
                </a:path>
              </a:pathLst>
            </a:custGeom>
            <a:gradFill>
              <a:gsLst>
                <a:gs pos="25000">
                  <a:srgbClr val="EAB1C4"/>
                </a:gs>
                <a:gs pos="100000">
                  <a:srgbClr val="2BFFFF"/>
                </a:gs>
              </a:gsLst>
              <a:lin ang="18900000" scaled="1"/>
            </a:gra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7532491" y="5025048"/>
            <a:ext cx="1996523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传统备课耗时费力，如何一键生成高质量教案课件，释放教师创造力？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64759" y="4717383"/>
            <a:ext cx="1996523" cy="307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AI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助教</a:t>
            </a:r>
            <a:endParaRPr lang="id-ID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664759" y="5025048"/>
            <a:ext cx="1996523" cy="738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课堂互动与个性化辅导分身乏术？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AI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助教如何实时答疑、精准辅导每位学生？</a:t>
            </a:r>
            <a:endParaRPr 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9775556" y="3543980"/>
            <a:ext cx="934828" cy="934826"/>
            <a:chOff x="9776887" y="3544022"/>
            <a:chExt cx="935166" cy="935164"/>
          </a:xfrm>
        </p:grpSpPr>
        <p:sp>
          <p:nvSpPr>
            <p:cNvPr id="20" name="Oval 19"/>
            <p:cNvSpPr/>
            <p:nvPr/>
          </p:nvSpPr>
          <p:spPr>
            <a:xfrm>
              <a:off x="9776887" y="3544022"/>
              <a:ext cx="935166" cy="9351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444500" dist="127000" dir="8100000" sx="95000" sy="95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3" name="Freeform 18"/>
            <p:cNvSpPr>
              <a:spLocks noEditPoints="1"/>
            </p:cNvSpPr>
            <p:nvPr/>
          </p:nvSpPr>
          <p:spPr bwMode="auto">
            <a:xfrm>
              <a:off x="10011435" y="3836353"/>
              <a:ext cx="466070" cy="350500"/>
            </a:xfrm>
            <a:custGeom>
              <a:avLst/>
              <a:gdLst>
                <a:gd name="T0" fmla="*/ 192 w 208"/>
                <a:gd name="T1" fmla="*/ 24 h 156"/>
                <a:gd name="T2" fmla="*/ 138 w 208"/>
                <a:gd name="T3" fmla="*/ 24 h 156"/>
                <a:gd name="T4" fmla="*/ 124 w 208"/>
                <a:gd name="T5" fmla="*/ 0 h 156"/>
                <a:gd name="T6" fmla="*/ 80 w 208"/>
                <a:gd name="T7" fmla="*/ 0 h 156"/>
                <a:gd name="T8" fmla="*/ 66 w 208"/>
                <a:gd name="T9" fmla="*/ 24 h 156"/>
                <a:gd name="T10" fmla="*/ 16 w 208"/>
                <a:gd name="T11" fmla="*/ 24 h 156"/>
                <a:gd name="T12" fmla="*/ 0 w 208"/>
                <a:gd name="T13" fmla="*/ 40 h 156"/>
                <a:gd name="T14" fmla="*/ 0 w 208"/>
                <a:gd name="T15" fmla="*/ 140 h 156"/>
                <a:gd name="T16" fmla="*/ 16 w 208"/>
                <a:gd name="T17" fmla="*/ 156 h 156"/>
                <a:gd name="T18" fmla="*/ 192 w 208"/>
                <a:gd name="T19" fmla="*/ 156 h 156"/>
                <a:gd name="T20" fmla="*/ 208 w 208"/>
                <a:gd name="T21" fmla="*/ 140 h 156"/>
                <a:gd name="T22" fmla="*/ 208 w 208"/>
                <a:gd name="T23" fmla="*/ 40 h 156"/>
                <a:gd name="T24" fmla="*/ 192 w 208"/>
                <a:gd name="T25" fmla="*/ 24 h 156"/>
                <a:gd name="T26" fmla="*/ 200 w 208"/>
                <a:gd name="T27" fmla="*/ 140 h 156"/>
                <a:gd name="T28" fmla="*/ 192 w 208"/>
                <a:gd name="T29" fmla="*/ 148 h 156"/>
                <a:gd name="T30" fmla="*/ 16 w 208"/>
                <a:gd name="T31" fmla="*/ 148 h 156"/>
                <a:gd name="T32" fmla="*/ 8 w 208"/>
                <a:gd name="T33" fmla="*/ 140 h 156"/>
                <a:gd name="T34" fmla="*/ 8 w 208"/>
                <a:gd name="T35" fmla="*/ 40 h 156"/>
                <a:gd name="T36" fmla="*/ 16 w 208"/>
                <a:gd name="T37" fmla="*/ 32 h 156"/>
                <a:gd name="T38" fmla="*/ 71 w 208"/>
                <a:gd name="T39" fmla="*/ 32 h 156"/>
                <a:gd name="T40" fmla="*/ 73 w 208"/>
                <a:gd name="T41" fmla="*/ 28 h 156"/>
                <a:gd name="T42" fmla="*/ 85 w 208"/>
                <a:gd name="T43" fmla="*/ 8 h 156"/>
                <a:gd name="T44" fmla="*/ 120 w 208"/>
                <a:gd name="T45" fmla="*/ 8 h 156"/>
                <a:gd name="T46" fmla="*/ 131 w 208"/>
                <a:gd name="T47" fmla="*/ 28 h 156"/>
                <a:gd name="T48" fmla="*/ 133 w 208"/>
                <a:gd name="T49" fmla="*/ 32 h 156"/>
                <a:gd name="T50" fmla="*/ 192 w 208"/>
                <a:gd name="T51" fmla="*/ 32 h 156"/>
                <a:gd name="T52" fmla="*/ 200 w 208"/>
                <a:gd name="T53" fmla="*/ 40 h 156"/>
                <a:gd name="T54" fmla="*/ 200 w 208"/>
                <a:gd name="T55" fmla="*/ 140 h 156"/>
                <a:gd name="T56" fmla="*/ 20 w 208"/>
                <a:gd name="T57" fmla="*/ 20 h 156"/>
                <a:gd name="T58" fmla="*/ 52 w 208"/>
                <a:gd name="T59" fmla="*/ 20 h 156"/>
                <a:gd name="T60" fmla="*/ 56 w 208"/>
                <a:gd name="T61" fmla="*/ 16 h 156"/>
                <a:gd name="T62" fmla="*/ 52 w 208"/>
                <a:gd name="T63" fmla="*/ 12 h 156"/>
                <a:gd name="T64" fmla="*/ 20 w 208"/>
                <a:gd name="T65" fmla="*/ 12 h 156"/>
                <a:gd name="T66" fmla="*/ 16 w 208"/>
                <a:gd name="T67" fmla="*/ 16 h 156"/>
                <a:gd name="T68" fmla="*/ 20 w 208"/>
                <a:gd name="T69" fmla="*/ 20 h 156"/>
                <a:gd name="T70" fmla="*/ 172 w 208"/>
                <a:gd name="T71" fmla="*/ 47 h 156"/>
                <a:gd name="T72" fmla="*/ 161 w 208"/>
                <a:gd name="T73" fmla="*/ 59 h 156"/>
                <a:gd name="T74" fmla="*/ 172 w 208"/>
                <a:gd name="T75" fmla="*/ 71 h 156"/>
                <a:gd name="T76" fmla="*/ 184 w 208"/>
                <a:gd name="T77" fmla="*/ 59 h 156"/>
                <a:gd name="T78" fmla="*/ 172 w 208"/>
                <a:gd name="T79" fmla="*/ 47 h 156"/>
                <a:gd name="T80" fmla="*/ 172 w 208"/>
                <a:gd name="T81" fmla="*/ 63 h 156"/>
                <a:gd name="T82" fmla="*/ 169 w 208"/>
                <a:gd name="T83" fmla="*/ 59 h 156"/>
                <a:gd name="T84" fmla="*/ 172 w 208"/>
                <a:gd name="T85" fmla="*/ 55 h 156"/>
                <a:gd name="T86" fmla="*/ 176 w 208"/>
                <a:gd name="T87" fmla="*/ 59 h 156"/>
                <a:gd name="T88" fmla="*/ 172 w 208"/>
                <a:gd name="T89" fmla="*/ 63 h 156"/>
                <a:gd name="T90" fmla="*/ 99 w 208"/>
                <a:gd name="T91" fmla="*/ 39 h 156"/>
                <a:gd name="T92" fmla="*/ 48 w 208"/>
                <a:gd name="T93" fmla="*/ 89 h 156"/>
                <a:gd name="T94" fmla="*/ 99 w 208"/>
                <a:gd name="T95" fmla="*/ 140 h 156"/>
                <a:gd name="T96" fmla="*/ 150 w 208"/>
                <a:gd name="T97" fmla="*/ 89 h 156"/>
                <a:gd name="T98" fmla="*/ 99 w 208"/>
                <a:gd name="T99" fmla="*/ 39 h 156"/>
                <a:gd name="T100" fmla="*/ 99 w 208"/>
                <a:gd name="T101" fmla="*/ 132 h 156"/>
                <a:gd name="T102" fmla="*/ 56 w 208"/>
                <a:gd name="T103" fmla="*/ 89 h 156"/>
                <a:gd name="T104" fmla="*/ 99 w 208"/>
                <a:gd name="T105" fmla="*/ 47 h 156"/>
                <a:gd name="T106" fmla="*/ 142 w 208"/>
                <a:gd name="T107" fmla="*/ 89 h 156"/>
                <a:gd name="T108" fmla="*/ 99 w 208"/>
                <a:gd name="T109" fmla="*/ 13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156">
                  <a:moveTo>
                    <a:pt x="192" y="24"/>
                  </a:moveTo>
                  <a:cubicBezTo>
                    <a:pt x="138" y="24"/>
                    <a:pt x="138" y="24"/>
                    <a:pt x="138" y="24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7" y="24"/>
                    <a:pt x="0" y="31"/>
                    <a:pt x="0" y="40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49"/>
                    <a:pt x="7" y="156"/>
                    <a:pt x="16" y="156"/>
                  </a:cubicBezTo>
                  <a:cubicBezTo>
                    <a:pt x="192" y="156"/>
                    <a:pt x="192" y="156"/>
                    <a:pt x="192" y="156"/>
                  </a:cubicBezTo>
                  <a:cubicBezTo>
                    <a:pt x="201" y="156"/>
                    <a:pt x="208" y="149"/>
                    <a:pt x="208" y="140"/>
                  </a:cubicBezTo>
                  <a:cubicBezTo>
                    <a:pt x="208" y="40"/>
                    <a:pt x="208" y="40"/>
                    <a:pt x="208" y="40"/>
                  </a:cubicBezTo>
                  <a:cubicBezTo>
                    <a:pt x="208" y="31"/>
                    <a:pt x="201" y="24"/>
                    <a:pt x="192" y="24"/>
                  </a:cubicBezTo>
                  <a:close/>
                  <a:moveTo>
                    <a:pt x="200" y="140"/>
                  </a:moveTo>
                  <a:cubicBezTo>
                    <a:pt x="200" y="144"/>
                    <a:pt x="196" y="148"/>
                    <a:pt x="192" y="148"/>
                  </a:cubicBezTo>
                  <a:cubicBezTo>
                    <a:pt x="16" y="148"/>
                    <a:pt x="16" y="148"/>
                    <a:pt x="16" y="148"/>
                  </a:cubicBezTo>
                  <a:cubicBezTo>
                    <a:pt x="12" y="148"/>
                    <a:pt x="8" y="144"/>
                    <a:pt x="8" y="1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36"/>
                    <a:pt x="12" y="32"/>
                    <a:pt x="16" y="32"/>
                  </a:cubicBezTo>
                  <a:cubicBezTo>
                    <a:pt x="71" y="32"/>
                    <a:pt x="71" y="32"/>
                    <a:pt x="71" y="32"/>
                  </a:cubicBezTo>
                  <a:cubicBezTo>
                    <a:pt x="73" y="28"/>
                    <a:pt x="73" y="28"/>
                    <a:pt x="73" y="2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120" y="8"/>
                    <a:pt x="120" y="8"/>
                    <a:pt x="120" y="8"/>
                  </a:cubicBezTo>
                  <a:cubicBezTo>
                    <a:pt x="131" y="28"/>
                    <a:pt x="131" y="28"/>
                    <a:pt x="131" y="28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92" y="32"/>
                    <a:pt x="192" y="32"/>
                    <a:pt x="192" y="32"/>
                  </a:cubicBezTo>
                  <a:cubicBezTo>
                    <a:pt x="196" y="32"/>
                    <a:pt x="200" y="36"/>
                    <a:pt x="200" y="40"/>
                  </a:cubicBezTo>
                  <a:lnTo>
                    <a:pt x="200" y="140"/>
                  </a:lnTo>
                  <a:close/>
                  <a:moveTo>
                    <a:pt x="20" y="20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4" y="20"/>
                    <a:pt x="56" y="18"/>
                    <a:pt x="56" y="16"/>
                  </a:cubicBezTo>
                  <a:cubicBezTo>
                    <a:pt x="56" y="14"/>
                    <a:pt x="54" y="12"/>
                    <a:pt x="52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8" y="12"/>
                    <a:pt x="16" y="14"/>
                    <a:pt x="16" y="16"/>
                  </a:cubicBezTo>
                  <a:cubicBezTo>
                    <a:pt x="16" y="18"/>
                    <a:pt x="18" y="20"/>
                    <a:pt x="20" y="20"/>
                  </a:cubicBezTo>
                  <a:close/>
                  <a:moveTo>
                    <a:pt x="172" y="47"/>
                  </a:moveTo>
                  <a:cubicBezTo>
                    <a:pt x="166" y="47"/>
                    <a:pt x="161" y="53"/>
                    <a:pt x="161" y="59"/>
                  </a:cubicBezTo>
                  <a:cubicBezTo>
                    <a:pt x="161" y="65"/>
                    <a:pt x="166" y="71"/>
                    <a:pt x="172" y="71"/>
                  </a:cubicBezTo>
                  <a:cubicBezTo>
                    <a:pt x="179" y="71"/>
                    <a:pt x="184" y="65"/>
                    <a:pt x="184" y="59"/>
                  </a:cubicBezTo>
                  <a:cubicBezTo>
                    <a:pt x="184" y="53"/>
                    <a:pt x="179" y="47"/>
                    <a:pt x="172" y="47"/>
                  </a:cubicBezTo>
                  <a:close/>
                  <a:moveTo>
                    <a:pt x="172" y="63"/>
                  </a:moveTo>
                  <a:cubicBezTo>
                    <a:pt x="170" y="63"/>
                    <a:pt x="169" y="61"/>
                    <a:pt x="169" y="59"/>
                  </a:cubicBezTo>
                  <a:cubicBezTo>
                    <a:pt x="169" y="57"/>
                    <a:pt x="170" y="55"/>
                    <a:pt x="172" y="55"/>
                  </a:cubicBezTo>
                  <a:cubicBezTo>
                    <a:pt x="174" y="55"/>
                    <a:pt x="176" y="57"/>
                    <a:pt x="176" y="59"/>
                  </a:cubicBezTo>
                  <a:cubicBezTo>
                    <a:pt x="176" y="61"/>
                    <a:pt x="174" y="63"/>
                    <a:pt x="172" y="63"/>
                  </a:cubicBezTo>
                  <a:close/>
                  <a:moveTo>
                    <a:pt x="99" y="39"/>
                  </a:moveTo>
                  <a:cubicBezTo>
                    <a:pt x="71" y="39"/>
                    <a:pt x="48" y="61"/>
                    <a:pt x="48" y="89"/>
                  </a:cubicBezTo>
                  <a:cubicBezTo>
                    <a:pt x="48" y="117"/>
                    <a:pt x="71" y="140"/>
                    <a:pt x="99" y="140"/>
                  </a:cubicBezTo>
                  <a:cubicBezTo>
                    <a:pt x="127" y="140"/>
                    <a:pt x="150" y="117"/>
                    <a:pt x="150" y="89"/>
                  </a:cubicBezTo>
                  <a:cubicBezTo>
                    <a:pt x="150" y="61"/>
                    <a:pt x="127" y="39"/>
                    <a:pt x="99" y="39"/>
                  </a:cubicBezTo>
                  <a:close/>
                  <a:moveTo>
                    <a:pt x="99" y="132"/>
                  </a:moveTo>
                  <a:cubicBezTo>
                    <a:pt x="75" y="132"/>
                    <a:pt x="56" y="113"/>
                    <a:pt x="56" y="89"/>
                  </a:cubicBezTo>
                  <a:cubicBezTo>
                    <a:pt x="56" y="66"/>
                    <a:pt x="75" y="47"/>
                    <a:pt x="99" y="47"/>
                  </a:cubicBezTo>
                  <a:cubicBezTo>
                    <a:pt x="123" y="47"/>
                    <a:pt x="142" y="66"/>
                    <a:pt x="142" y="89"/>
                  </a:cubicBezTo>
                  <a:cubicBezTo>
                    <a:pt x="142" y="113"/>
                    <a:pt x="123" y="132"/>
                    <a:pt x="99" y="132"/>
                  </a:cubicBezTo>
                  <a:close/>
                </a:path>
              </a:pathLst>
            </a:custGeom>
            <a:gradFill>
              <a:gsLst>
                <a:gs pos="25000">
                  <a:srgbClr val="EAB1C4"/>
                </a:gs>
                <a:gs pos="100000">
                  <a:srgbClr val="2BFFFF"/>
                </a:gs>
              </a:gsLst>
              <a:lin ang="18900000" scaled="1"/>
            </a:gra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D16A184C-E80F-0908-0EB4-19615C5B3CF4}"/>
              </a:ext>
            </a:extLst>
          </p:cNvPr>
          <p:cNvSpPr/>
          <p:nvPr/>
        </p:nvSpPr>
        <p:spPr>
          <a:xfrm>
            <a:off x="4571999" y="3543980"/>
            <a:ext cx="2669889" cy="3331020"/>
          </a:xfrm>
          <a:prstGeom prst="rect">
            <a:avLst/>
          </a:prstGeom>
          <a:solidFill>
            <a:srgbClr val="201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5064711F-D10E-1C51-B164-D684E44104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386" r="-1"/>
          <a:stretch>
            <a:fillRect/>
          </a:stretch>
        </p:blipFill>
        <p:spPr>
          <a:xfrm>
            <a:off x="168742" y="805789"/>
            <a:ext cx="7073146" cy="5050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2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5" grpId="0"/>
      <p:bldP spid="18" grpId="0"/>
      <p:bldP spid="19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9000" contrast="9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736152" y="1107527"/>
            <a:ext cx="2985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界 面 展 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151" y="2097644"/>
            <a:ext cx="2621250" cy="276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Mentor X display</a:t>
            </a:r>
            <a:endParaRPr lang="id-ID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900840" y="1119922"/>
            <a:ext cx="60938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6152" y="4717383"/>
            <a:ext cx="1996523" cy="307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Mentor X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首页</a:t>
            </a:r>
            <a:endParaRPr lang="id-ID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36151" y="5025048"/>
            <a:ext cx="3199934" cy="295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更多界面展示与功能演示，见实机演示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46949" y="3543980"/>
            <a:ext cx="934828" cy="934826"/>
            <a:chOff x="845050" y="3544022"/>
            <a:chExt cx="935166" cy="935164"/>
          </a:xfrm>
        </p:grpSpPr>
        <p:sp>
          <p:nvSpPr>
            <p:cNvPr id="28" name="Oval 27"/>
            <p:cNvSpPr/>
            <p:nvPr/>
          </p:nvSpPr>
          <p:spPr>
            <a:xfrm>
              <a:off x="845050" y="3544022"/>
              <a:ext cx="935166" cy="9351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444500" dist="127000" dir="8100000" sx="95000" sy="95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4" name="Freeform 55"/>
            <p:cNvSpPr>
              <a:spLocks noEditPoints="1"/>
            </p:cNvSpPr>
            <p:nvPr/>
          </p:nvSpPr>
          <p:spPr bwMode="auto">
            <a:xfrm>
              <a:off x="1110400" y="3826355"/>
              <a:ext cx="379110" cy="388224"/>
            </a:xfrm>
            <a:custGeom>
              <a:avLst/>
              <a:gdLst>
                <a:gd name="T0" fmla="*/ 208 w 212"/>
                <a:gd name="T1" fmla="*/ 176 h 216"/>
                <a:gd name="T2" fmla="*/ 32 w 212"/>
                <a:gd name="T3" fmla="*/ 176 h 216"/>
                <a:gd name="T4" fmla="*/ 32 w 212"/>
                <a:gd name="T5" fmla="*/ 150 h 216"/>
                <a:gd name="T6" fmla="*/ 197 w 212"/>
                <a:gd name="T7" fmla="*/ 109 h 216"/>
                <a:gd name="T8" fmla="*/ 200 w 212"/>
                <a:gd name="T9" fmla="*/ 105 h 216"/>
                <a:gd name="T10" fmla="*/ 200 w 212"/>
                <a:gd name="T11" fmla="*/ 104 h 216"/>
                <a:gd name="T12" fmla="*/ 200 w 212"/>
                <a:gd name="T13" fmla="*/ 40 h 216"/>
                <a:gd name="T14" fmla="*/ 196 w 212"/>
                <a:gd name="T15" fmla="*/ 36 h 216"/>
                <a:gd name="T16" fmla="*/ 32 w 212"/>
                <a:gd name="T17" fmla="*/ 36 h 216"/>
                <a:gd name="T18" fmla="*/ 32 w 212"/>
                <a:gd name="T19" fmla="*/ 4 h 216"/>
                <a:gd name="T20" fmla="*/ 28 w 212"/>
                <a:gd name="T21" fmla="*/ 0 h 216"/>
                <a:gd name="T22" fmla="*/ 4 w 212"/>
                <a:gd name="T23" fmla="*/ 0 h 216"/>
                <a:gd name="T24" fmla="*/ 0 w 212"/>
                <a:gd name="T25" fmla="*/ 4 h 216"/>
                <a:gd name="T26" fmla="*/ 4 w 212"/>
                <a:gd name="T27" fmla="*/ 8 h 216"/>
                <a:gd name="T28" fmla="*/ 24 w 212"/>
                <a:gd name="T29" fmla="*/ 8 h 216"/>
                <a:gd name="T30" fmla="*/ 24 w 212"/>
                <a:gd name="T31" fmla="*/ 180 h 216"/>
                <a:gd name="T32" fmla="*/ 28 w 212"/>
                <a:gd name="T33" fmla="*/ 184 h 216"/>
                <a:gd name="T34" fmla="*/ 208 w 212"/>
                <a:gd name="T35" fmla="*/ 184 h 216"/>
                <a:gd name="T36" fmla="*/ 212 w 212"/>
                <a:gd name="T37" fmla="*/ 180 h 216"/>
                <a:gd name="T38" fmla="*/ 208 w 212"/>
                <a:gd name="T39" fmla="*/ 176 h 216"/>
                <a:gd name="T40" fmla="*/ 32 w 212"/>
                <a:gd name="T41" fmla="*/ 44 h 216"/>
                <a:gd name="T42" fmla="*/ 192 w 212"/>
                <a:gd name="T43" fmla="*/ 44 h 216"/>
                <a:gd name="T44" fmla="*/ 192 w 212"/>
                <a:gd name="T45" fmla="*/ 102 h 216"/>
                <a:gd name="T46" fmla="*/ 32 w 212"/>
                <a:gd name="T47" fmla="*/ 142 h 216"/>
                <a:gd name="T48" fmla="*/ 32 w 212"/>
                <a:gd name="T49" fmla="*/ 44 h 216"/>
                <a:gd name="T50" fmla="*/ 54 w 212"/>
                <a:gd name="T51" fmla="*/ 188 h 216"/>
                <a:gd name="T52" fmla="*/ 40 w 212"/>
                <a:gd name="T53" fmla="*/ 202 h 216"/>
                <a:gd name="T54" fmla="*/ 54 w 212"/>
                <a:gd name="T55" fmla="*/ 216 h 216"/>
                <a:gd name="T56" fmla="*/ 68 w 212"/>
                <a:gd name="T57" fmla="*/ 202 h 216"/>
                <a:gd name="T58" fmla="*/ 54 w 212"/>
                <a:gd name="T59" fmla="*/ 188 h 216"/>
                <a:gd name="T60" fmla="*/ 54 w 212"/>
                <a:gd name="T61" fmla="*/ 208 h 216"/>
                <a:gd name="T62" fmla="*/ 48 w 212"/>
                <a:gd name="T63" fmla="*/ 202 h 216"/>
                <a:gd name="T64" fmla="*/ 54 w 212"/>
                <a:gd name="T65" fmla="*/ 196 h 216"/>
                <a:gd name="T66" fmla="*/ 60 w 212"/>
                <a:gd name="T67" fmla="*/ 202 h 216"/>
                <a:gd name="T68" fmla="*/ 54 w 212"/>
                <a:gd name="T69" fmla="*/ 208 h 216"/>
                <a:gd name="T70" fmla="*/ 186 w 212"/>
                <a:gd name="T71" fmla="*/ 188 h 216"/>
                <a:gd name="T72" fmla="*/ 172 w 212"/>
                <a:gd name="T73" fmla="*/ 202 h 216"/>
                <a:gd name="T74" fmla="*/ 186 w 212"/>
                <a:gd name="T75" fmla="*/ 216 h 216"/>
                <a:gd name="T76" fmla="*/ 200 w 212"/>
                <a:gd name="T77" fmla="*/ 202 h 216"/>
                <a:gd name="T78" fmla="*/ 186 w 212"/>
                <a:gd name="T79" fmla="*/ 188 h 216"/>
                <a:gd name="T80" fmla="*/ 186 w 212"/>
                <a:gd name="T81" fmla="*/ 208 h 216"/>
                <a:gd name="T82" fmla="*/ 180 w 212"/>
                <a:gd name="T83" fmla="*/ 202 h 216"/>
                <a:gd name="T84" fmla="*/ 186 w 212"/>
                <a:gd name="T85" fmla="*/ 196 h 216"/>
                <a:gd name="T86" fmla="*/ 192 w 212"/>
                <a:gd name="T87" fmla="*/ 202 h 216"/>
                <a:gd name="T88" fmla="*/ 186 w 212"/>
                <a:gd name="T89" fmla="*/ 20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1" h="216">
                  <a:moveTo>
                    <a:pt x="208" y="176"/>
                  </a:moveTo>
                  <a:cubicBezTo>
                    <a:pt x="32" y="176"/>
                    <a:pt x="32" y="176"/>
                    <a:pt x="32" y="176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197" y="109"/>
                    <a:pt x="197" y="109"/>
                    <a:pt x="197" y="109"/>
                  </a:cubicBezTo>
                  <a:cubicBezTo>
                    <a:pt x="199" y="109"/>
                    <a:pt x="200" y="107"/>
                    <a:pt x="200" y="105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00" y="40"/>
                    <a:pt x="200" y="40"/>
                    <a:pt x="200" y="40"/>
                  </a:cubicBezTo>
                  <a:cubicBezTo>
                    <a:pt x="200" y="38"/>
                    <a:pt x="198" y="36"/>
                    <a:pt x="196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2"/>
                    <a:pt x="30" y="0"/>
                    <a:pt x="28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180"/>
                    <a:pt x="24" y="180"/>
                    <a:pt x="24" y="180"/>
                  </a:cubicBezTo>
                  <a:cubicBezTo>
                    <a:pt x="24" y="182"/>
                    <a:pt x="26" y="184"/>
                    <a:pt x="28" y="184"/>
                  </a:cubicBezTo>
                  <a:cubicBezTo>
                    <a:pt x="208" y="184"/>
                    <a:pt x="208" y="184"/>
                    <a:pt x="208" y="184"/>
                  </a:cubicBezTo>
                  <a:cubicBezTo>
                    <a:pt x="210" y="184"/>
                    <a:pt x="212" y="182"/>
                    <a:pt x="212" y="180"/>
                  </a:cubicBezTo>
                  <a:cubicBezTo>
                    <a:pt x="212" y="178"/>
                    <a:pt x="210" y="176"/>
                    <a:pt x="208" y="176"/>
                  </a:cubicBezTo>
                  <a:close/>
                  <a:moveTo>
                    <a:pt x="32" y="44"/>
                  </a:moveTo>
                  <a:cubicBezTo>
                    <a:pt x="192" y="44"/>
                    <a:pt x="192" y="44"/>
                    <a:pt x="192" y="44"/>
                  </a:cubicBezTo>
                  <a:cubicBezTo>
                    <a:pt x="192" y="102"/>
                    <a:pt x="192" y="102"/>
                    <a:pt x="192" y="102"/>
                  </a:cubicBezTo>
                  <a:cubicBezTo>
                    <a:pt x="32" y="142"/>
                    <a:pt x="32" y="142"/>
                    <a:pt x="32" y="142"/>
                  </a:cubicBezTo>
                  <a:lnTo>
                    <a:pt x="32" y="44"/>
                  </a:lnTo>
                  <a:close/>
                  <a:moveTo>
                    <a:pt x="54" y="188"/>
                  </a:moveTo>
                  <a:cubicBezTo>
                    <a:pt x="46" y="188"/>
                    <a:pt x="40" y="194"/>
                    <a:pt x="40" y="202"/>
                  </a:cubicBezTo>
                  <a:cubicBezTo>
                    <a:pt x="40" y="210"/>
                    <a:pt x="46" y="216"/>
                    <a:pt x="54" y="216"/>
                  </a:cubicBezTo>
                  <a:cubicBezTo>
                    <a:pt x="62" y="216"/>
                    <a:pt x="68" y="210"/>
                    <a:pt x="68" y="202"/>
                  </a:cubicBezTo>
                  <a:cubicBezTo>
                    <a:pt x="68" y="194"/>
                    <a:pt x="62" y="188"/>
                    <a:pt x="54" y="188"/>
                  </a:cubicBezTo>
                  <a:close/>
                  <a:moveTo>
                    <a:pt x="54" y="208"/>
                  </a:moveTo>
                  <a:cubicBezTo>
                    <a:pt x="51" y="208"/>
                    <a:pt x="48" y="205"/>
                    <a:pt x="48" y="202"/>
                  </a:cubicBezTo>
                  <a:cubicBezTo>
                    <a:pt x="48" y="199"/>
                    <a:pt x="51" y="196"/>
                    <a:pt x="54" y="196"/>
                  </a:cubicBezTo>
                  <a:cubicBezTo>
                    <a:pt x="57" y="196"/>
                    <a:pt x="60" y="199"/>
                    <a:pt x="60" y="202"/>
                  </a:cubicBezTo>
                  <a:cubicBezTo>
                    <a:pt x="60" y="205"/>
                    <a:pt x="57" y="208"/>
                    <a:pt x="54" y="208"/>
                  </a:cubicBezTo>
                  <a:close/>
                  <a:moveTo>
                    <a:pt x="186" y="188"/>
                  </a:moveTo>
                  <a:cubicBezTo>
                    <a:pt x="178" y="188"/>
                    <a:pt x="172" y="194"/>
                    <a:pt x="172" y="202"/>
                  </a:cubicBezTo>
                  <a:cubicBezTo>
                    <a:pt x="172" y="210"/>
                    <a:pt x="178" y="216"/>
                    <a:pt x="186" y="216"/>
                  </a:cubicBezTo>
                  <a:cubicBezTo>
                    <a:pt x="194" y="216"/>
                    <a:pt x="200" y="210"/>
                    <a:pt x="200" y="202"/>
                  </a:cubicBezTo>
                  <a:cubicBezTo>
                    <a:pt x="200" y="194"/>
                    <a:pt x="194" y="188"/>
                    <a:pt x="186" y="188"/>
                  </a:cubicBezTo>
                  <a:close/>
                  <a:moveTo>
                    <a:pt x="186" y="208"/>
                  </a:moveTo>
                  <a:cubicBezTo>
                    <a:pt x="183" y="208"/>
                    <a:pt x="180" y="205"/>
                    <a:pt x="180" y="202"/>
                  </a:cubicBezTo>
                  <a:cubicBezTo>
                    <a:pt x="180" y="199"/>
                    <a:pt x="183" y="196"/>
                    <a:pt x="186" y="196"/>
                  </a:cubicBezTo>
                  <a:cubicBezTo>
                    <a:pt x="189" y="196"/>
                    <a:pt x="192" y="199"/>
                    <a:pt x="192" y="202"/>
                  </a:cubicBezTo>
                  <a:cubicBezTo>
                    <a:pt x="192" y="205"/>
                    <a:pt x="189" y="208"/>
                    <a:pt x="186" y="2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pic>
        <p:nvPicPr>
          <p:cNvPr id="5" name="图片占位符 4">
            <a:extLst>
              <a:ext uri="{FF2B5EF4-FFF2-40B4-BE49-F238E27FC236}">
                <a16:creationId xmlns:a16="http://schemas.microsoft.com/office/drawing/2014/main" id="{D769A770-7747-B05B-F27E-FB56252F63E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/>
          <a:srcRect l="6205" r="6205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8" presetID="2" presetClass="entr" presetSubtype="8" dur="75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7" grpId="0"/>
      <p:bldP spid="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85664" y="1410542"/>
            <a:ext cx="38138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500" dirty="0">
                <a:gradFill flip="none" rotWithShape="1">
                  <a:gsLst>
                    <a:gs pos="100000">
                      <a:srgbClr val="EAB1C4"/>
                    </a:gs>
                    <a:gs pos="0">
                      <a:srgbClr val="2B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Four </a:t>
            </a:r>
            <a:endParaRPr lang="zh-CN" altLang="en-US" sz="11500" dirty="0">
              <a:gradFill flip="none" rotWithShape="1">
                <a:gsLst>
                  <a:gs pos="100000">
                    <a:srgbClr val="EAB1C4"/>
                  </a:gs>
                  <a:gs pos="0">
                    <a:srgbClr val="2BFFFF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736304" y="3072535"/>
            <a:ext cx="5690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总结与展望</a:t>
            </a:r>
          </a:p>
        </p:txBody>
      </p:sp>
      <p:sp>
        <p:nvSpPr>
          <p:cNvPr id="5" name="Rectangle 17"/>
          <p:cNvSpPr/>
          <p:nvPr/>
        </p:nvSpPr>
        <p:spPr>
          <a:xfrm>
            <a:off x="7736304" y="3670980"/>
            <a:ext cx="3597443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Project Insights and Future Work plans</a:t>
            </a:r>
          </a:p>
        </p:txBody>
      </p:sp>
      <p:sp>
        <p:nvSpPr>
          <p:cNvPr id="7" name="TextBox 10"/>
          <p:cNvSpPr txBox="1"/>
          <p:nvPr/>
        </p:nvSpPr>
        <p:spPr>
          <a:xfrm rot="5400000">
            <a:off x="9198334" y="2595778"/>
            <a:ext cx="5057887" cy="400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300" dirty="0">
                <a:gradFill>
                  <a:gsLst>
                    <a:gs pos="100000">
                      <a:srgbClr val="EAB1C4"/>
                    </a:gs>
                    <a:gs pos="0">
                      <a:srgbClr val="2BFFFF"/>
                    </a:gs>
                  </a:gsLst>
                  <a:path path="circle">
                    <a:fillToRect l="100000" t="100000"/>
                  </a:path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Summary and Prospect</a:t>
            </a:r>
            <a:endParaRPr lang="id-ID" sz="2000" spc="300" dirty="0">
              <a:gradFill>
                <a:gsLst>
                  <a:gs pos="100000">
                    <a:srgbClr val="EAB1C4"/>
                  </a:gs>
                  <a:gs pos="0">
                    <a:srgbClr val="2BFFFF"/>
                  </a:gs>
                </a:gsLst>
                <a:path path="circle">
                  <a:fillToRect l="100000" t="100000"/>
                </a:path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5000" contrast="-1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: Shape 66"/>
          <p:cNvSpPr/>
          <p:nvPr/>
        </p:nvSpPr>
        <p:spPr>
          <a:xfrm rot="16200000" flipH="1">
            <a:off x="4273379" y="-1059657"/>
            <a:ext cx="3645244" cy="12187592"/>
          </a:xfrm>
          <a:custGeom>
            <a:avLst/>
            <a:gdLst>
              <a:gd name="connsiteX0" fmla="*/ 0 w 4012279"/>
              <a:gd name="connsiteY0" fmla="*/ 12192000 h 12192000"/>
              <a:gd name="connsiteX1" fmla="*/ 1570927 w 4012279"/>
              <a:gd name="connsiteY1" fmla="*/ 12192000 h 12192000"/>
              <a:gd name="connsiteX2" fmla="*/ 1578084 w 4012279"/>
              <a:gd name="connsiteY2" fmla="*/ 12192000 h 12192000"/>
              <a:gd name="connsiteX3" fmla="*/ 4012279 w 4012279"/>
              <a:gd name="connsiteY3" fmla="*/ 12192000 h 12192000"/>
              <a:gd name="connsiteX4" fmla="*/ 4012279 w 4012279"/>
              <a:gd name="connsiteY4" fmla="*/ 0 h 12192000"/>
              <a:gd name="connsiteX5" fmla="*/ 1578084 w 4012279"/>
              <a:gd name="connsiteY5" fmla="*/ 0 h 12192000"/>
              <a:gd name="connsiteX6" fmla="*/ 1570927 w 4012279"/>
              <a:gd name="connsiteY6" fmla="*/ 0 h 12192000"/>
              <a:gd name="connsiteX7" fmla="*/ 1570927 w 4012279"/>
              <a:gd name="connsiteY7" fmla="*/ 55294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12279" h="12192000">
                <a:moveTo>
                  <a:pt x="0" y="12192000"/>
                </a:moveTo>
                <a:lnTo>
                  <a:pt x="1570927" y="12192000"/>
                </a:lnTo>
                <a:lnTo>
                  <a:pt x="1578084" y="12192000"/>
                </a:lnTo>
                <a:lnTo>
                  <a:pt x="4012279" y="12192000"/>
                </a:lnTo>
                <a:lnTo>
                  <a:pt x="4012279" y="0"/>
                </a:lnTo>
                <a:lnTo>
                  <a:pt x="1578084" y="0"/>
                </a:lnTo>
                <a:lnTo>
                  <a:pt x="1570927" y="0"/>
                </a:lnTo>
                <a:lnTo>
                  <a:pt x="1570927" y="55294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929019" y="1858555"/>
            <a:ext cx="2577167" cy="3630887"/>
          </a:xfrm>
          <a:prstGeom prst="rect">
            <a:avLst/>
          </a:prstGeom>
          <a:gradFill>
            <a:gsLst>
              <a:gs pos="0">
                <a:srgbClr val="EAB1C4"/>
              </a:gs>
              <a:gs pos="100000">
                <a:srgbClr val="2B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47951" y="2063390"/>
            <a:ext cx="2577167" cy="3630887"/>
          </a:xfrm>
          <a:prstGeom prst="rect">
            <a:avLst/>
          </a:prstGeom>
          <a:gradFill>
            <a:gsLst>
              <a:gs pos="100000">
                <a:srgbClr val="EAB1C4"/>
              </a:gs>
              <a:gs pos="0">
                <a:srgbClr val="2B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66883" y="2257397"/>
            <a:ext cx="2577167" cy="3630887"/>
          </a:xfrm>
          <a:prstGeom prst="rect">
            <a:avLst/>
          </a:prstGeom>
          <a:gradFill>
            <a:gsLst>
              <a:gs pos="4000">
                <a:srgbClr val="EAB1C4"/>
              </a:gs>
              <a:gs pos="100000">
                <a:srgbClr val="2B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85815" y="2462233"/>
            <a:ext cx="2577167" cy="3630887"/>
          </a:xfrm>
          <a:prstGeom prst="rect">
            <a:avLst/>
          </a:prstGeom>
          <a:gradFill>
            <a:gsLst>
              <a:gs pos="4000">
                <a:srgbClr val="2BFFFF"/>
              </a:gs>
              <a:gs pos="100000">
                <a:srgbClr val="EAB1C4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6" name="Right Triangle 5"/>
          <p:cNvSpPr/>
          <p:nvPr/>
        </p:nvSpPr>
        <p:spPr>
          <a:xfrm>
            <a:off x="3766883" y="2257397"/>
            <a:ext cx="496099" cy="204836"/>
          </a:xfrm>
          <a:prstGeom prst="rt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7" name="Right Triangle 6"/>
          <p:cNvSpPr/>
          <p:nvPr/>
        </p:nvSpPr>
        <p:spPr>
          <a:xfrm>
            <a:off x="5847951" y="2063390"/>
            <a:ext cx="496099" cy="204836"/>
          </a:xfrm>
          <a:prstGeom prst="rt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8" name="Right Triangle 7"/>
          <p:cNvSpPr/>
          <p:nvPr/>
        </p:nvSpPr>
        <p:spPr>
          <a:xfrm>
            <a:off x="7929020" y="1858555"/>
            <a:ext cx="496099" cy="204836"/>
          </a:xfrm>
          <a:prstGeom prst="rt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2" name="Freeform 30"/>
          <p:cNvSpPr>
            <a:spLocks noEditPoints="1"/>
          </p:cNvSpPr>
          <p:nvPr/>
        </p:nvSpPr>
        <p:spPr bwMode="auto">
          <a:xfrm>
            <a:off x="2746024" y="2880172"/>
            <a:ext cx="440701" cy="331343"/>
          </a:xfrm>
          <a:custGeom>
            <a:avLst/>
            <a:gdLst>
              <a:gd name="T0" fmla="*/ 212 w 228"/>
              <a:gd name="T1" fmla="*/ 19 h 172"/>
              <a:gd name="T2" fmla="*/ 19 w 228"/>
              <a:gd name="T3" fmla="*/ 0 h 172"/>
              <a:gd name="T4" fmla="*/ 0 w 228"/>
              <a:gd name="T5" fmla="*/ 121 h 172"/>
              <a:gd name="T6" fmla="*/ 86 w 228"/>
              <a:gd name="T7" fmla="*/ 140 h 172"/>
              <a:gd name="T8" fmla="*/ 72 w 228"/>
              <a:gd name="T9" fmla="*/ 164 h 172"/>
              <a:gd name="T10" fmla="*/ 72 w 228"/>
              <a:gd name="T11" fmla="*/ 172 h 172"/>
              <a:gd name="T12" fmla="*/ 144 w 228"/>
              <a:gd name="T13" fmla="*/ 168 h 172"/>
              <a:gd name="T14" fmla="*/ 128 w 228"/>
              <a:gd name="T15" fmla="*/ 164 h 172"/>
              <a:gd name="T16" fmla="*/ 156 w 228"/>
              <a:gd name="T17" fmla="*/ 140 h 172"/>
              <a:gd name="T18" fmla="*/ 175 w 228"/>
              <a:gd name="T19" fmla="*/ 172 h 172"/>
              <a:gd name="T20" fmla="*/ 228 w 228"/>
              <a:gd name="T21" fmla="*/ 153 h 172"/>
              <a:gd name="T22" fmla="*/ 212 w 228"/>
              <a:gd name="T23" fmla="*/ 40 h 172"/>
              <a:gd name="T24" fmla="*/ 94 w 228"/>
              <a:gd name="T25" fmla="*/ 140 h 172"/>
              <a:gd name="T26" fmla="*/ 120 w 228"/>
              <a:gd name="T27" fmla="*/ 164 h 172"/>
              <a:gd name="T28" fmla="*/ 156 w 228"/>
              <a:gd name="T29" fmla="*/ 132 h 172"/>
              <a:gd name="T30" fmla="*/ 8 w 228"/>
              <a:gd name="T31" fmla="*/ 121 h 172"/>
              <a:gd name="T32" fmla="*/ 156 w 228"/>
              <a:gd name="T33" fmla="*/ 120 h 172"/>
              <a:gd name="T34" fmla="*/ 156 w 228"/>
              <a:gd name="T35" fmla="*/ 59 h 172"/>
              <a:gd name="T36" fmla="*/ 8 w 228"/>
              <a:gd name="T37" fmla="*/ 112 h 172"/>
              <a:gd name="T38" fmla="*/ 19 w 228"/>
              <a:gd name="T39" fmla="*/ 8 h 172"/>
              <a:gd name="T40" fmla="*/ 204 w 228"/>
              <a:gd name="T41" fmla="*/ 19 h 172"/>
              <a:gd name="T42" fmla="*/ 175 w 228"/>
              <a:gd name="T43" fmla="*/ 40 h 172"/>
              <a:gd name="T44" fmla="*/ 220 w 228"/>
              <a:gd name="T45" fmla="*/ 153 h 172"/>
              <a:gd name="T46" fmla="*/ 175 w 228"/>
              <a:gd name="T47" fmla="*/ 164 h 172"/>
              <a:gd name="T48" fmla="*/ 164 w 228"/>
              <a:gd name="T49" fmla="*/ 59 h 172"/>
              <a:gd name="T50" fmla="*/ 209 w 228"/>
              <a:gd name="T51" fmla="*/ 48 h 172"/>
              <a:gd name="T52" fmla="*/ 220 w 228"/>
              <a:gd name="T53" fmla="*/ 153 h 172"/>
              <a:gd name="T54" fmla="*/ 188 w 228"/>
              <a:gd name="T55" fmla="*/ 56 h 172"/>
              <a:gd name="T56" fmla="*/ 188 w 228"/>
              <a:gd name="T57" fmla="*/ 64 h 172"/>
              <a:gd name="T58" fmla="*/ 200 w 228"/>
              <a:gd name="T59" fmla="*/ 60 h 172"/>
              <a:gd name="T60" fmla="*/ 193 w 228"/>
              <a:gd name="T61" fmla="*/ 140 h 172"/>
              <a:gd name="T62" fmla="*/ 184 w 228"/>
              <a:gd name="T63" fmla="*/ 148 h 172"/>
              <a:gd name="T64" fmla="*/ 192 w 228"/>
              <a:gd name="T65" fmla="*/ 156 h 172"/>
              <a:gd name="T66" fmla="*/ 200 w 228"/>
              <a:gd name="T67" fmla="*/ 149 h 172"/>
              <a:gd name="T68" fmla="*/ 193 w 228"/>
              <a:gd name="T69" fmla="*/ 140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28" h="172">
                <a:moveTo>
                  <a:pt x="212" y="40"/>
                </a:moveTo>
                <a:cubicBezTo>
                  <a:pt x="212" y="19"/>
                  <a:pt x="212" y="19"/>
                  <a:pt x="212" y="19"/>
                </a:cubicBezTo>
                <a:cubicBezTo>
                  <a:pt x="212" y="9"/>
                  <a:pt x="203" y="0"/>
                  <a:pt x="193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9" y="0"/>
                  <a:pt x="0" y="9"/>
                  <a:pt x="0" y="19"/>
                </a:cubicBezTo>
                <a:cubicBezTo>
                  <a:pt x="0" y="121"/>
                  <a:pt x="0" y="121"/>
                  <a:pt x="0" y="121"/>
                </a:cubicBezTo>
                <a:cubicBezTo>
                  <a:pt x="0" y="131"/>
                  <a:pt x="9" y="140"/>
                  <a:pt x="19" y="140"/>
                </a:cubicBezTo>
                <a:cubicBezTo>
                  <a:pt x="86" y="140"/>
                  <a:pt x="86" y="140"/>
                  <a:pt x="86" y="140"/>
                </a:cubicBezTo>
                <a:cubicBezTo>
                  <a:pt x="84" y="164"/>
                  <a:pt x="84" y="164"/>
                  <a:pt x="84" y="164"/>
                </a:cubicBezTo>
                <a:cubicBezTo>
                  <a:pt x="72" y="164"/>
                  <a:pt x="72" y="164"/>
                  <a:pt x="72" y="164"/>
                </a:cubicBezTo>
                <a:cubicBezTo>
                  <a:pt x="70" y="164"/>
                  <a:pt x="68" y="166"/>
                  <a:pt x="68" y="168"/>
                </a:cubicBezTo>
                <a:cubicBezTo>
                  <a:pt x="68" y="170"/>
                  <a:pt x="70" y="172"/>
                  <a:pt x="72" y="172"/>
                </a:cubicBezTo>
                <a:cubicBezTo>
                  <a:pt x="140" y="172"/>
                  <a:pt x="140" y="172"/>
                  <a:pt x="140" y="172"/>
                </a:cubicBezTo>
                <a:cubicBezTo>
                  <a:pt x="142" y="172"/>
                  <a:pt x="144" y="170"/>
                  <a:pt x="144" y="168"/>
                </a:cubicBezTo>
                <a:cubicBezTo>
                  <a:pt x="144" y="166"/>
                  <a:pt x="142" y="164"/>
                  <a:pt x="140" y="164"/>
                </a:cubicBezTo>
                <a:cubicBezTo>
                  <a:pt x="128" y="164"/>
                  <a:pt x="128" y="164"/>
                  <a:pt x="128" y="164"/>
                </a:cubicBezTo>
                <a:cubicBezTo>
                  <a:pt x="126" y="140"/>
                  <a:pt x="126" y="140"/>
                  <a:pt x="126" y="140"/>
                </a:cubicBezTo>
                <a:cubicBezTo>
                  <a:pt x="156" y="140"/>
                  <a:pt x="156" y="140"/>
                  <a:pt x="156" y="140"/>
                </a:cubicBezTo>
                <a:cubicBezTo>
                  <a:pt x="156" y="153"/>
                  <a:pt x="156" y="153"/>
                  <a:pt x="156" y="153"/>
                </a:cubicBezTo>
                <a:cubicBezTo>
                  <a:pt x="156" y="163"/>
                  <a:pt x="165" y="172"/>
                  <a:pt x="175" y="172"/>
                </a:cubicBezTo>
                <a:cubicBezTo>
                  <a:pt x="209" y="172"/>
                  <a:pt x="209" y="172"/>
                  <a:pt x="209" y="172"/>
                </a:cubicBezTo>
                <a:cubicBezTo>
                  <a:pt x="219" y="172"/>
                  <a:pt x="228" y="163"/>
                  <a:pt x="228" y="153"/>
                </a:cubicBezTo>
                <a:cubicBezTo>
                  <a:pt x="228" y="59"/>
                  <a:pt x="228" y="59"/>
                  <a:pt x="228" y="59"/>
                </a:cubicBezTo>
                <a:cubicBezTo>
                  <a:pt x="228" y="50"/>
                  <a:pt x="221" y="42"/>
                  <a:pt x="212" y="40"/>
                </a:cubicBezTo>
                <a:close/>
                <a:moveTo>
                  <a:pt x="92" y="164"/>
                </a:moveTo>
                <a:cubicBezTo>
                  <a:pt x="94" y="140"/>
                  <a:pt x="94" y="140"/>
                  <a:pt x="94" y="140"/>
                </a:cubicBezTo>
                <a:cubicBezTo>
                  <a:pt x="118" y="140"/>
                  <a:pt x="118" y="140"/>
                  <a:pt x="118" y="140"/>
                </a:cubicBezTo>
                <a:cubicBezTo>
                  <a:pt x="120" y="164"/>
                  <a:pt x="120" y="164"/>
                  <a:pt x="120" y="164"/>
                </a:cubicBezTo>
                <a:lnTo>
                  <a:pt x="92" y="164"/>
                </a:lnTo>
                <a:close/>
                <a:moveTo>
                  <a:pt x="156" y="132"/>
                </a:moveTo>
                <a:cubicBezTo>
                  <a:pt x="19" y="132"/>
                  <a:pt x="19" y="132"/>
                  <a:pt x="19" y="132"/>
                </a:cubicBezTo>
                <a:cubicBezTo>
                  <a:pt x="13" y="132"/>
                  <a:pt x="8" y="127"/>
                  <a:pt x="8" y="121"/>
                </a:cubicBezTo>
                <a:cubicBezTo>
                  <a:pt x="8" y="120"/>
                  <a:pt x="8" y="120"/>
                  <a:pt x="8" y="120"/>
                </a:cubicBezTo>
                <a:cubicBezTo>
                  <a:pt x="156" y="120"/>
                  <a:pt x="156" y="120"/>
                  <a:pt x="156" y="120"/>
                </a:cubicBezTo>
                <a:lnTo>
                  <a:pt x="156" y="132"/>
                </a:lnTo>
                <a:close/>
                <a:moveTo>
                  <a:pt x="156" y="59"/>
                </a:moveTo>
                <a:cubicBezTo>
                  <a:pt x="156" y="112"/>
                  <a:pt x="156" y="112"/>
                  <a:pt x="156" y="112"/>
                </a:cubicBezTo>
                <a:cubicBezTo>
                  <a:pt x="8" y="112"/>
                  <a:pt x="8" y="112"/>
                  <a:pt x="8" y="112"/>
                </a:cubicBezTo>
                <a:cubicBezTo>
                  <a:pt x="8" y="19"/>
                  <a:pt x="8" y="19"/>
                  <a:pt x="8" y="19"/>
                </a:cubicBezTo>
                <a:cubicBezTo>
                  <a:pt x="8" y="13"/>
                  <a:pt x="13" y="8"/>
                  <a:pt x="19" y="8"/>
                </a:cubicBezTo>
                <a:cubicBezTo>
                  <a:pt x="193" y="8"/>
                  <a:pt x="193" y="8"/>
                  <a:pt x="193" y="8"/>
                </a:cubicBezTo>
                <a:cubicBezTo>
                  <a:pt x="199" y="8"/>
                  <a:pt x="204" y="13"/>
                  <a:pt x="204" y="19"/>
                </a:cubicBezTo>
                <a:cubicBezTo>
                  <a:pt x="204" y="40"/>
                  <a:pt x="204" y="40"/>
                  <a:pt x="204" y="40"/>
                </a:cubicBezTo>
                <a:cubicBezTo>
                  <a:pt x="175" y="40"/>
                  <a:pt x="175" y="40"/>
                  <a:pt x="175" y="40"/>
                </a:cubicBezTo>
                <a:cubicBezTo>
                  <a:pt x="165" y="40"/>
                  <a:pt x="156" y="49"/>
                  <a:pt x="156" y="59"/>
                </a:cubicBezTo>
                <a:close/>
                <a:moveTo>
                  <a:pt x="220" y="153"/>
                </a:moveTo>
                <a:cubicBezTo>
                  <a:pt x="220" y="159"/>
                  <a:pt x="215" y="164"/>
                  <a:pt x="209" y="164"/>
                </a:cubicBezTo>
                <a:cubicBezTo>
                  <a:pt x="175" y="164"/>
                  <a:pt x="175" y="164"/>
                  <a:pt x="175" y="164"/>
                </a:cubicBezTo>
                <a:cubicBezTo>
                  <a:pt x="169" y="164"/>
                  <a:pt x="164" y="159"/>
                  <a:pt x="164" y="153"/>
                </a:cubicBezTo>
                <a:cubicBezTo>
                  <a:pt x="164" y="59"/>
                  <a:pt x="164" y="59"/>
                  <a:pt x="164" y="59"/>
                </a:cubicBezTo>
                <a:cubicBezTo>
                  <a:pt x="164" y="53"/>
                  <a:pt x="169" y="48"/>
                  <a:pt x="175" y="48"/>
                </a:cubicBezTo>
                <a:cubicBezTo>
                  <a:pt x="209" y="48"/>
                  <a:pt x="209" y="48"/>
                  <a:pt x="209" y="48"/>
                </a:cubicBezTo>
                <a:cubicBezTo>
                  <a:pt x="215" y="48"/>
                  <a:pt x="220" y="53"/>
                  <a:pt x="220" y="59"/>
                </a:cubicBezTo>
                <a:lnTo>
                  <a:pt x="220" y="153"/>
                </a:lnTo>
                <a:close/>
                <a:moveTo>
                  <a:pt x="196" y="56"/>
                </a:moveTo>
                <a:cubicBezTo>
                  <a:pt x="188" y="56"/>
                  <a:pt x="188" y="56"/>
                  <a:pt x="188" y="56"/>
                </a:cubicBezTo>
                <a:cubicBezTo>
                  <a:pt x="186" y="56"/>
                  <a:pt x="184" y="58"/>
                  <a:pt x="184" y="60"/>
                </a:cubicBezTo>
                <a:cubicBezTo>
                  <a:pt x="184" y="62"/>
                  <a:pt x="186" y="64"/>
                  <a:pt x="188" y="64"/>
                </a:cubicBezTo>
                <a:cubicBezTo>
                  <a:pt x="196" y="64"/>
                  <a:pt x="196" y="64"/>
                  <a:pt x="196" y="64"/>
                </a:cubicBezTo>
                <a:cubicBezTo>
                  <a:pt x="198" y="64"/>
                  <a:pt x="200" y="62"/>
                  <a:pt x="200" y="60"/>
                </a:cubicBezTo>
                <a:cubicBezTo>
                  <a:pt x="200" y="58"/>
                  <a:pt x="198" y="56"/>
                  <a:pt x="196" y="56"/>
                </a:cubicBezTo>
                <a:close/>
                <a:moveTo>
                  <a:pt x="193" y="140"/>
                </a:moveTo>
                <a:cubicBezTo>
                  <a:pt x="192" y="140"/>
                  <a:pt x="192" y="140"/>
                  <a:pt x="192" y="140"/>
                </a:cubicBezTo>
                <a:cubicBezTo>
                  <a:pt x="187" y="140"/>
                  <a:pt x="184" y="143"/>
                  <a:pt x="184" y="148"/>
                </a:cubicBezTo>
                <a:cubicBezTo>
                  <a:pt x="184" y="149"/>
                  <a:pt x="184" y="149"/>
                  <a:pt x="184" y="149"/>
                </a:cubicBezTo>
                <a:cubicBezTo>
                  <a:pt x="184" y="153"/>
                  <a:pt x="187" y="156"/>
                  <a:pt x="192" y="156"/>
                </a:cubicBezTo>
                <a:cubicBezTo>
                  <a:pt x="193" y="156"/>
                  <a:pt x="193" y="156"/>
                  <a:pt x="193" y="156"/>
                </a:cubicBezTo>
                <a:cubicBezTo>
                  <a:pt x="197" y="156"/>
                  <a:pt x="200" y="153"/>
                  <a:pt x="200" y="149"/>
                </a:cubicBezTo>
                <a:cubicBezTo>
                  <a:pt x="200" y="148"/>
                  <a:pt x="200" y="148"/>
                  <a:pt x="200" y="148"/>
                </a:cubicBezTo>
                <a:cubicBezTo>
                  <a:pt x="200" y="143"/>
                  <a:pt x="197" y="140"/>
                  <a:pt x="193" y="1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07" tIns="45703" rIns="91407" bIns="45703" numCol="1" anchor="t" anchorCtr="0" compatLnSpc="1"/>
          <a:lstStyle/>
          <a:p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65868" y="3362495"/>
            <a:ext cx="1601014" cy="369235"/>
          </a:xfrm>
          <a:prstGeom prst="rect">
            <a:avLst/>
          </a:prstGeom>
          <a:noFill/>
        </p:spPr>
        <p:txBody>
          <a:bodyPr wrap="square" lIns="91407" tIns="45703" rIns="91407" bIns="45703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代码技能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10323" y="3834595"/>
            <a:ext cx="2223903" cy="2157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提高了对数据库的建设与管理技能；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提高了对大语言模型的调用能力；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提高了对</a:t>
            </a:r>
            <a:r>
              <a:rPr lang="en-US" altLang="zh-CN" sz="13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vue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框架的使用，页面设计排版，功能的设计技能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5126" y="3157660"/>
            <a:ext cx="1770315" cy="369235"/>
          </a:xfrm>
          <a:prstGeom prst="rect">
            <a:avLst/>
          </a:prstGeom>
          <a:noFill/>
        </p:spPr>
        <p:txBody>
          <a:bodyPr wrap="square" lIns="91407" tIns="45703" rIns="91407" bIns="45703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前后端交互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40423" y="3731730"/>
            <a:ext cx="1962658" cy="15573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逐渐掌握了实现前后端交互的基本技能，能够实现后端数据库与前端网页的交互功能。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9801" y="2963652"/>
            <a:ext cx="1870835" cy="369235"/>
          </a:xfrm>
          <a:prstGeom prst="rect">
            <a:avLst/>
          </a:prstGeom>
          <a:noFill/>
        </p:spPr>
        <p:txBody>
          <a:bodyPr wrap="square" lIns="91407" tIns="45703" rIns="91407" bIns="45703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团队协作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93890" y="3456902"/>
            <a:ext cx="1962658" cy="15573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提高了团队协作能力，沟通能力；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更好地认识到项目从开始到结束的一般流程。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39600" y="2758817"/>
            <a:ext cx="1852106" cy="369298"/>
          </a:xfrm>
          <a:prstGeom prst="rect">
            <a:avLst/>
          </a:prstGeom>
          <a:noFill/>
        </p:spPr>
        <p:txBody>
          <a:bodyPr wrap="square" lIns="91407" tIns="45703" rIns="91407" bIns="45703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文档写作与展示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84323" y="3252066"/>
            <a:ext cx="1962658" cy="1857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掌握了软件需求说明书、软件测试文档、软件技术文档的规范化写作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提高了项目</a:t>
            </a:r>
            <a:r>
              <a: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PPT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制作与展演汇报的能力</a:t>
            </a:r>
            <a:endParaRPr lang="en-US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915802" y="643171"/>
            <a:ext cx="6360398" cy="707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gradFill>
                  <a:gsLst>
                    <a:gs pos="0">
                      <a:srgbClr val="EAB1C4"/>
                    </a:gs>
                    <a:gs pos="100000">
                      <a:srgbClr val="2BFFFF"/>
                    </a:gs>
                  </a:gsLst>
                  <a:lin ang="108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项 目 心 得</a:t>
            </a:r>
            <a:endParaRPr lang="id-ID" altLang="zh-CN" sz="4000" b="1" dirty="0">
              <a:gradFill>
                <a:gsLst>
                  <a:gs pos="0">
                    <a:srgbClr val="EAB1C4"/>
                  </a:gs>
                  <a:gs pos="100000">
                    <a:srgbClr val="2BFFFF"/>
                  </a:gs>
                </a:gsLst>
                <a:lin ang="10800000" scaled="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785376" y="1265045"/>
            <a:ext cx="2621250" cy="276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Project Experience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5791311" y="655566"/>
            <a:ext cx="60938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Freeform 18"/>
          <p:cNvSpPr>
            <a:spLocks noEditPoints="1"/>
          </p:cNvSpPr>
          <p:nvPr/>
        </p:nvSpPr>
        <p:spPr bwMode="auto">
          <a:xfrm>
            <a:off x="4964796" y="2645026"/>
            <a:ext cx="465901" cy="350373"/>
          </a:xfrm>
          <a:custGeom>
            <a:avLst/>
            <a:gdLst>
              <a:gd name="T0" fmla="*/ 192 w 208"/>
              <a:gd name="T1" fmla="*/ 24 h 156"/>
              <a:gd name="T2" fmla="*/ 138 w 208"/>
              <a:gd name="T3" fmla="*/ 24 h 156"/>
              <a:gd name="T4" fmla="*/ 124 w 208"/>
              <a:gd name="T5" fmla="*/ 0 h 156"/>
              <a:gd name="T6" fmla="*/ 80 w 208"/>
              <a:gd name="T7" fmla="*/ 0 h 156"/>
              <a:gd name="T8" fmla="*/ 66 w 208"/>
              <a:gd name="T9" fmla="*/ 24 h 156"/>
              <a:gd name="T10" fmla="*/ 16 w 208"/>
              <a:gd name="T11" fmla="*/ 24 h 156"/>
              <a:gd name="T12" fmla="*/ 0 w 208"/>
              <a:gd name="T13" fmla="*/ 40 h 156"/>
              <a:gd name="T14" fmla="*/ 0 w 208"/>
              <a:gd name="T15" fmla="*/ 140 h 156"/>
              <a:gd name="T16" fmla="*/ 16 w 208"/>
              <a:gd name="T17" fmla="*/ 156 h 156"/>
              <a:gd name="T18" fmla="*/ 192 w 208"/>
              <a:gd name="T19" fmla="*/ 156 h 156"/>
              <a:gd name="T20" fmla="*/ 208 w 208"/>
              <a:gd name="T21" fmla="*/ 140 h 156"/>
              <a:gd name="T22" fmla="*/ 208 w 208"/>
              <a:gd name="T23" fmla="*/ 40 h 156"/>
              <a:gd name="T24" fmla="*/ 192 w 208"/>
              <a:gd name="T25" fmla="*/ 24 h 156"/>
              <a:gd name="T26" fmla="*/ 200 w 208"/>
              <a:gd name="T27" fmla="*/ 140 h 156"/>
              <a:gd name="T28" fmla="*/ 192 w 208"/>
              <a:gd name="T29" fmla="*/ 148 h 156"/>
              <a:gd name="T30" fmla="*/ 16 w 208"/>
              <a:gd name="T31" fmla="*/ 148 h 156"/>
              <a:gd name="T32" fmla="*/ 8 w 208"/>
              <a:gd name="T33" fmla="*/ 140 h 156"/>
              <a:gd name="T34" fmla="*/ 8 w 208"/>
              <a:gd name="T35" fmla="*/ 40 h 156"/>
              <a:gd name="T36" fmla="*/ 16 w 208"/>
              <a:gd name="T37" fmla="*/ 32 h 156"/>
              <a:gd name="T38" fmla="*/ 71 w 208"/>
              <a:gd name="T39" fmla="*/ 32 h 156"/>
              <a:gd name="T40" fmla="*/ 73 w 208"/>
              <a:gd name="T41" fmla="*/ 28 h 156"/>
              <a:gd name="T42" fmla="*/ 85 w 208"/>
              <a:gd name="T43" fmla="*/ 8 h 156"/>
              <a:gd name="T44" fmla="*/ 120 w 208"/>
              <a:gd name="T45" fmla="*/ 8 h 156"/>
              <a:gd name="T46" fmla="*/ 131 w 208"/>
              <a:gd name="T47" fmla="*/ 28 h 156"/>
              <a:gd name="T48" fmla="*/ 133 w 208"/>
              <a:gd name="T49" fmla="*/ 32 h 156"/>
              <a:gd name="T50" fmla="*/ 192 w 208"/>
              <a:gd name="T51" fmla="*/ 32 h 156"/>
              <a:gd name="T52" fmla="*/ 200 w 208"/>
              <a:gd name="T53" fmla="*/ 40 h 156"/>
              <a:gd name="T54" fmla="*/ 200 w 208"/>
              <a:gd name="T55" fmla="*/ 140 h 156"/>
              <a:gd name="T56" fmla="*/ 20 w 208"/>
              <a:gd name="T57" fmla="*/ 20 h 156"/>
              <a:gd name="T58" fmla="*/ 52 w 208"/>
              <a:gd name="T59" fmla="*/ 20 h 156"/>
              <a:gd name="T60" fmla="*/ 56 w 208"/>
              <a:gd name="T61" fmla="*/ 16 h 156"/>
              <a:gd name="T62" fmla="*/ 52 w 208"/>
              <a:gd name="T63" fmla="*/ 12 h 156"/>
              <a:gd name="T64" fmla="*/ 20 w 208"/>
              <a:gd name="T65" fmla="*/ 12 h 156"/>
              <a:gd name="T66" fmla="*/ 16 w 208"/>
              <a:gd name="T67" fmla="*/ 16 h 156"/>
              <a:gd name="T68" fmla="*/ 20 w 208"/>
              <a:gd name="T69" fmla="*/ 20 h 156"/>
              <a:gd name="T70" fmla="*/ 172 w 208"/>
              <a:gd name="T71" fmla="*/ 47 h 156"/>
              <a:gd name="T72" fmla="*/ 161 w 208"/>
              <a:gd name="T73" fmla="*/ 59 h 156"/>
              <a:gd name="T74" fmla="*/ 172 w 208"/>
              <a:gd name="T75" fmla="*/ 71 h 156"/>
              <a:gd name="T76" fmla="*/ 184 w 208"/>
              <a:gd name="T77" fmla="*/ 59 h 156"/>
              <a:gd name="T78" fmla="*/ 172 w 208"/>
              <a:gd name="T79" fmla="*/ 47 h 156"/>
              <a:gd name="T80" fmla="*/ 172 w 208"/>
              <a:gd name="T81" fmla="*/ 63 h 156"/>
              <a:gd name="T82" fmla="*/ 169 w 208"/>
              <a:gd name="T83" fmla="*/ 59 h 156"/>
              <a:gd name="T84" fmla="*/ 172 w 208"/>
              <a:gd name="T85" fmla="*/ 55 h 156"/>
              <a:gd name="T86" fmla="*/ 176 w 208"/>
              <a:gd name="T87" fmla="*/ 59 h 156"/>
              <a:gd name="T88" fmla="*/ 172 w 208"/>
              <a:gd name="T89" fmla="*/ 63 h 156"/>
              <a:gd name="T90" fmla="*/ 99 w 208"/>
              <a:gd name="T91" fmla="*/ 39 h 156"/>
              <a:gd name="T92" fmla="*/ 48 w 208"/>
              <a:gd name="T93" fmla="*/ 89 h 156"/>
              <a:gd name="T94" fmla="*/ 99 w 208"/>
              <a:gd name="T95" fmla="*/ 140 h 156"/>
              <a:gd name="T96" fmla="*/ 150 w 208"/>
              <a:gd name="T97" fmla="*/ 89 h 156"/>
              <a:gd name="T98" fmla="*/ 99 w 208"/>
              <a:gd name="T99" fmla="*/ 39 h 156"/>
              <a:gd name="T100" fmla="*/ 99 w 208"/>
              <a:gd name="T101" fmla="*/ 132 h 156"/>
              <a:gd name="T102" fmla="*/ 56 w 208"/>
              <a:gd name="T103" fmla="*/ 89 h 156"/>
              <a:gd name="T104" fmla="*/ 99 w 208"/>
              <a:gd name="T105" fmla="*/ 47 h 156"/>
              <a:gd name="T106" fmla="*/ 142 w 208"/>
              <a:gd name="T107" fmla="*/ 89 h 156"/>
              <a:gd name="T108" fmla="*/ 99 w 208"/>
              <a:gd name="T109" fmla="*/ 132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08" h="156">
                <a:moveTo>
                  <a:pt x="192" y="24"/>
                </a:moveTo>
                <a:cubicBezTo>
                  <a:pt x="138" y="24"/>
                  <a:pt x="138" y="24"/>
                  <a:pt x="138" y="24"/>
                </a:cubicBezTo>
                <a:cubicBezTo>
                  <a:pt x="124" y="0"/>
                  <a:pt x="124" y="0"/>
                  <a:pt x="124" y="0"/>
                </a:cubicBezTo>
                <a:cubicBezTo>
                  <a:pt x="80" y="0"/>
                  <a:pt x="80" y="0"/>
                  <a:pt x="80" y="0"/>
                </a:cubicBezTo>
                <a:cubicBezTo>
                  <a:pt x="66" y="24"/>
                  <a:pt x="66" y="24"/>
                  <a:pt x="66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7" y="24"/>
                  <a:pt x="0" y="31"/>
                  <a:pt x="0" y="40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49"/>
                  <a:pt x="7" y="156"/>
                  <a:pt x="16" y="156"/>
                </a:cubicBezTo>
                <a:cubicBezTo>
                  <a:pt x="192" y="156"/>
                  <a:pt x="192" y="156"/>
                  <a:pt x="192" y="156"/>
                </a:cubicBezTo>
                <a:cubicBezTo>
                  <a:pt x="201" y="156"/>
                  <a:pt x="208" y="149"/>
                  <a:pt x="208" y="140"/>
                </a:cubicBezTo>
                <a:cubicBezTo>
                  <a:pt x="208" y="40"/>
                  <a:pt x="208" y="40"/>
                  <a:pt x="208" y="40"/>
                </a:cubicBezTo>
                <a:cubicBezTo>
                  <a:pt x="208" y="31"/>
                  <a:pt x="201" y="24"/>
                  <a:pt x="192" y="24"/>
                </a:cubicBezTo>
                <a:close/>
                <a:moveTo>
                  <a:pt x="200" y="140"/>
                </a:moveTo>
                <a:cubicBezTo>
                  <a:pt x="200" y="144"/>
                  <a:pt x="196" y="148"/>
                  <a:pt x="192" y="148"/>
                </a:cubicBezTo>
                <a:cubicBezTo>
                  <a:pt x="16" y="148"/>
                  <a:pt x="16" y="148"/>
                  <a:pt x="16" y="148"/>
                </a:cubicBezTo>
                <a:cubicBezTo>
                  <a:pt x="12" y="148"/>
                  <a:pt x="8" y="144"/>
                  <a:pt x="8" y="140"/>
                </a:cubicBezTo>
                <a:cubicBezTo>
                  <a:pt x="8" y="40"/>
                  <a:pt x="8" y="40"/>
                  <a:pt x="8" y="40"/>
                </a:cubicBezTo>
                <a:cubicBezTo>
                  <a:pt x="8" y="36"/>
                  <a:pt x="12" y="32"/>
                  <a:pt x="16" y="32"/>
                </a:cubicBezTo>
                <a:cubicBezTo>
                  <a:pt x="71" y="32"/>
                  <a:pt x="71" y="32"/>
                  <a:pt x="71" y="32"/>
                </a:cubicBezTo>
                <a:cubicBezTo>
                  <a:pt x="73" y="28"/>
                  <a:pt x="73" y="28"/>
                  <a:pt x="73" y="28"/>
                </a:cubicBezTo>
                <a:cubicBezTo>
                  <a:pt x="85" y="8"/>
                  <a:pt x="85" y="8"/>
                  <a:pt x="85" y="8"/>
                </a:cubicBezTo>
                <a:cubicBezTo>
                  <a:pt x="120" y="8"/>
                  <a:pt x="120" y="8"/>
                  <a:pt x="120" y="8"/>
                </a:cubicBezTo>
                <a:cubicBezTo>
                  <a:pt x="131" y="28"/>
                  <a:pt x="131" y="28"/>
                  <a:pt x="131" y="28"/>
                </a:cubicBezTo>
                <a:cubicBezTo>
                  <a:pt x="133" y="32"/>
                  <a:pt x="133" y="32"/>
                  <a:pt x="133" y="32"/>
                </a:cubicBezTo>
                <a:cubicBezTo>
                  <a:pt x="192" y="32"/>
                  <a:pt x="192" y="32"/>
                  <a:pt x="192" y="32"/>
                </a:cubicBezTo>
                <a:cubicBezTo>
                  <a:pt x="196" y="32"/>
                  <a:pt x="200" y="36"/>
                  <a:pt x="200" y="40"/>
                </a:cubicBezTo>
                <a:lnTo>
                  <a:pt x="200" y="140"/>
                </a:lnTo>
                <a:close/>
                <a:moveTo>
                  <a:pt x="20" y="20"/>
                </a:moveTo>
                <a:cubicBezTo>
                  <a:pt x="52" y="20"/>
                  <a:pt x="52" y="20"/>
                  <a:pt x="52" y="20"/>
                </a:cubicBezTo>
                <a:cubicBezTo>
                  <a:pt x="54" y="20"/>
                  <a:pt x="56" y="18"/>
                  <a:pt x="56" y="16"/>
                </a:cubicBezTo>
                <a:cubicBezTo>
                  <a:pt x="56" y="14"/>
                  <a:pt x="54" y="12"/>
                  <a:pt x="52" y="12"/>
                </a:cubicBezTo>
                <a:cubicBezTo>
                  <a:pt x="20" y="12"/>
                  <a:pt x="20" y="12"/>
                  <a:pt x="20" y="12"/>
                </a:cubicBezTo>
                <a:cubicBezTo>
                  <a:pt x="18" y="12"/>
                  <a:pt x="16" y="14"/>
                  <a:pt x="16" y="16"/>
                </a:cubicBezTo>
                <a:cubicBezTo>
                  <a:pt x="16" y="18"/>
                  <a:pt x="18" y="20"/>
                  <a:pt x="20" y="20"/>
                </a:cubicBezTo>
                <a:close/>
                <a:moveTo>
                  <a:pt x="172" y="47"/>
                </a:moveTo>
                <a:cubicBezTo>
                  <a:pt x="166" y="47"/>
                  <a:pt x="161" y="53"/>
                  <a:pt x="161" y="59"/>
                </a:cubicBezTo>
                <a:cubicBezTo>
                  <a:pt x="161" y="65"/>
                  <a:pt x="166" y="71"/>
                  <a:pt x="172" y="71"/>
                </a:cubicBezTo>
                <a:cubicBezTo>
                  <a:pt x="179" y="71"/>
                  <a:pt x="184" y="65"/>
                  <a:pt x="184" y="59"/>
                </a:cubicBezTo>
                <a:cubicBezTo>
                  <a:pt x="184" y="53"/>
                  <a:pt x="179" y="47"/>
                  <a:pt x="172" y="47"/>
                </a:cubicBezTo>
                <a:close/>
                <a:moveTo>
                  <a:pt x="172" y="63"/>
                </a:moveTo>
                <a:cubicBezTo>
                  <a:pt x="170" y="63"/>
                  <a:pt x="169" y="61"/>
                  <a:pt x="169" y="59"/>
                </a:cubicBezTo>
                <a:cubicBezTo>
                  <a:pt x="169" y="57"/>
                  <a:pt x="170" y="55"/>
                  <a:pt x="172" y="55"/>
                </a:cubicBezTo>
                <a:cubicBezTo>
                  <a:pt x="174" y="55"/>
                  <a:pt x="176" y="57"/>
                  <a:pt x="176" y="59"/>
                </a:cubicBezTo>
                <a:cubicBezTo>
                  <a:pt x="176" y="61"/>
                  <a:pt x="174" y="63"/>
                  <a:pt x="172" y="63"/>
                </a:cubicBezTo>
                <a:close/>
                <a:moveTo>
                  <a:pt x="99" y="39"/>
                </a:moveTo>
                <a:cubicBezTo>
                  <a:pt x="71" y="39"/>
                  <a:pt x="48" y="61"/>
                  <a:pt x="48" y="89"/>
                </a:cubicBezTo>
                <a:cubicBezTo>
                  <a:pt x="48" y="117"/>
                  <a:pt x="71" y="140"/>
                  <a:pt x="99" y="140"/>
                </a:cubicBezTo>
                <a:cubicBezTo>
                  <a:pt x="127" y="140"/>
                  <a:pt x="150" y="117"/>
                  <a:pt x="150" y="89"/>
                </a:cubicBezTo>
                <a:cubicBezTo>
                  <a:pt x="150" y="61"/>
                  <a:pt x="127" y="39"/>
                  <a:pt x="99" y="39"/>
                </a:cubicBezTo>
                <a:close/>
                <a:moveTo>
                  <a:pt x="99" y="132"/>
                </a:moveTo>
                <a:cubicBezTo>
                  <a:pt x="75" y="132"/>
                  <a:pt x="56" y="113"/>
                  <a:pt x="56" y="89"/>
                </a:cubicBezTo>
                <a:cubicBezTo>
                  <a:pt x="56" y="66"/>
                  <a:pt x="75" y="47"/>
                  <a:pt x="99" y="47"/>
                </a:cubicBezTo>
                <a:cubicBezTo>
                  <a:pt x="123" y="47"/>
                  <a:pt x="142" y="66"/>
                  <a:pt x="142" y="89"/>
                </a:cubicBezTo>
                <a:cubicBezTo>
                  <a:pt x="142" y="113"/>
                  <a:pt x="123" y="132"/>
                  <a:pt x="99" y="1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07" tIns="45703" rIns="91407" bIns="45703" numCol="1" anchor="t" anchorCtr="0" compatLnSpc="1"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65" name="Freeform 54"/>
          <p:cNvSpPr>
            <a:spLocks noEditPoints="1"/>
          </p:cNvSpPr>
          <p:nvPr/>
        </p:nvSpPr>
        <p:spPr bwMode="auto">
          <a:xfrm>
            <a:off x="7099145" y="2462233"/>
            <a:ext cx="367073" cy="367071"/>
          </a:xfrm>
          <a:custGeom>
            <a:avLst/>
            <a:gdLst>
              <a:gd name="T0" fmla="*/ 100 w 200"/>
              <a:gd name="T1" fmla="*/ 0 h 200"/>
              <a:gd name="T2" fmla="*/ 100 w 200"/>
              <a:gd name="T3" fmla="*/ 0 h 200"/>
              <a:gd name="T4" fmla="*/ 100 w 200"/>
              <a:gd name="T5" fmla="*/ 200 h 200"/>
              <a:gd name="T6" fmla="*/ 100 w 200"/>
              <a:gd name="T7" fmla="*/ 200 h 200"/>
              <a:gd name="T8" fmla="*/ 200 w 200"/>
              <a:gd name="T9" fmla="*/ 100 h 200"/>
              <a:gd name="T10" fmla="*/ 104 w 200"/>
              <a:gd name="T11" fmla="*/ 59 h 200"/>
              <a:gd name="T12" fmla="*/ 140 w 200"/>
              <a:gd name="T13" fmla="*/ 96 h 200"/>
              <a:gd name="T14" fmla="*/ 104 w 200"/>
              <a:gd name="T15" fmla="*/ 59 h 200"/>
              <a:gd name="T16" fmla="*/ 104 w 200"/>
              <a:gd name="T17" fmla="*/ 8 h 200"/>
              <a:gd name="T18" fmla="*/ 104 w 200"/>
              <a:gd name="T19" fmla="*/ 51 h 200"/>
              <a:gd name="T20" fmla="*/ 96 w 200"/>
              <a:gd name="T21" fmla="*/ 51 h 200"/>
              <a:gd name="T22" fmla="*/ 96 w 200"/>
              <a:gd name="T23" fmla="*/ 8 h 200"/>
              <a:gd name="T24" fmla="*/ 96 w 200"/>
              <a:gd name="T25" fmla="*/ 96 h 200"/>
              <a:gd name="T26" fmla="*/ 65 w 200"/>
              <a:gd name="T27" fmla="*/ 55 h 200"/>
              <a:gd name="T28" fmla="*/ 52 w 200"/>
              <a:gd name="T29" fmla="*/ 96 h 200"/>
              <a:gd name="T30" fmla="*/ 29 w 200"/>
              <a:gd name="T31" fmla="*/ 41 h 200"/>
              <a:gd name="T32" fmla="*/ 52 w 200"/>
              <a:gd name="T33" fmla="*/ 96 h 200"/>
              <a:gd name="T34" fmla="*/ 57 w 200"/>
              <a:gd name="T35" fmla="*/ 146 h 200"/>
              <a:gd name="T36" fmla="*/ 8 w 200"/>
              <a:gd name="T37" fmla="*/ 104 h 200"/>
              <a:gd name="T38" fmla="*/ 60 w 200"/>
              <a:gd name="T39" fmla="*/ 104 h 200"/>
              <a:gd name="T40" fmla="*/ 96 w 200"/>
              <a:gd name="T41" fmla="*/ 140 h 200"/>
              <a:gd name="T42" fmla="*/ 60 w 200"/>
              <a:gd name="T43" fmla="*/ 104 h 200"/>
              <a:gd name="T44" fmla="*/ 96 w 200"/>
              <a:gd name="T45" fmla="*/ 191 h 200"/>
              <a:gd name="T46" fmla="*/ 96 w 200"/>
              <a:gd name="T47" fmla="*/ 148 h 200"/>
              <a:gd name="T48" fmla="*/ 104 w 200"/>
              <a:gd name="T49" fmla="*/ 148 h 200"/>
              <a:gd name="T50" fmla="*/ 104 w 200"/>
              <a:gd name="T51" fmla="*/ 191 h 200"/>
              <a:gd name="T52" fmla="*/ 104 w 200"/>
              <a:gd name="T53" fmla="*/ 104 h 200"/>
              <a:gd name="T54" fmla="*/ 135 w 200"/>
              <a:gd name="T55" fmla="*/ 144 h 200"/>
              <a:gd name="T56" fmla="*/ 148 w 200"/>
              <a:gd name="T57" fmla="*/ 104 h 200"/>
              <a:gd name="T58" fmla="*/ 171 w 200"/>
              <a:gd name="T59" fmla="*/ 158 h 200"/>
              <a:gd name="T60" fmla="*/ 148 w 200"/>
              <a:gd name="T61" fmla="*/ 104 h 200"/>
              <a:gd name="T62" fmla="*/ 143 w 200"/>
              <a:gd name="T63" fmla="*/ 53 h 200"/>
              <a:gd name="T64" fmla="*/ 192 w 200"/>
              <a:gd name="T65" fmla="*/ 96 h 200"/>
              <a:gd name="T66" fmla="*/ 166 w 200"/>
              <a:gd name="T67" fmla="*/ 35 h 200"/>
              <a:gd name="T68" fmla="*/ 121 w 200"/>
              <a:gd name="T69" fmla="*/ 10 h 200"/>
              <a:gd name="T70" fmla="*/ 78 w 200"/>
              <a:gd name="T71" fmla="*/ 10 h 200"/>
              <a:gd name="T72" fmla="*/ 34 w 200"/>
              <a:gd name="T73" fmla="*/ 35 h 200"/>
              <a:gd name="T74" fmla="*/ 34 w 200"/>
              <a:gd name="T75" fmla="*/ 164 h 200"/>
              <a:gd name="T76" fmla="*/ 78 w 200"/>
              <a:gd name="T77" fmla="*/ 189 h 200"/>
              <a:gd name="T78" fmla="*/ 121 w 200"/>
              <a:gd name="T79" fmla="*/ 189 h 200"/>
              <a:gd name="T80" fmla="*/ 166 w 200"/>
              <a:gd name="T81" fmla="*/ 164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00" h="200">
                <a:moveTo>
                  <a:pt x="100" y="0"/>
                </a:moveTo>
                <a:cubicBezTo>
                  <a:pt x="100" y="0"/>
                  <a:pt x="100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45" y="0"/>
                  <a:pt x="0" y="44"/>
                  <a:pt x="0" y="100"/>
                </a:cubicBezTo>
                <a:cubicBezTo>
                  <a:pt x="0" y="155"/>
                  <a:pt x="45" y="199"/>
                  <a:pt x="100" y="200"/>
                </a:cubicBezTo>
                <a:cubicBezTo>
                  <a:pt x="100" y="200"/>
                  <a:pt x="100" y="200"/>
                  <a:pt x="100" y="200"/>
                </a:cubicBezTo>
                <a:cubicBezTo>
                  <a:pt x="100" y="200"/>
                  <a:pt x="100" y="200"/>
                  <a:pt x="100" y="200"/>
                </a:cubicBezTo>
                <a:cubicBezTo>
                  <a:pt x="100" y="200"/>
                  <a:pt x="100" y="200"/>
                  <a:pt x="100" y="200"/>
                </a:cubicBezTo>
                <a:cubicBezTo>
                  <a:pt x="155" y="200"/>
                  <a:pt x="200" y="155"/>
                  <a:pt x="200" y="100"/>
                </a:cubicBezTo>
                <a:cubicBezTo>
                  <a:pt x="200" y="44"/>
                  <a:pt x="155" y="0"/>
                  <a:pt x="100" y="0"/>
                </a:cubicBezTo>
                <a:close/>
                <a:moveTo>
                  <a:pt x="104" y="59"/>
                </a:moveTo>
                <a:cubicBezTo>
                  <a:pt x="115" y="59"/>
                  <a:pt x="125" y="58"/>
                  <a:pt x="135" y="55"/>
                </a:cubicBezTo>
                <a:cubicBezTo>
                  <a:pt x="138" y="67"/>
                  <a:pt x="140" y="81"/>
                  <a:pt x="140" y="96"/>
                </a:cubicBezTo>
                <a:cubicBezTo>
                  <a:pt x="104" y="96"/>
                  <a:pt x="104" y="96"/>
                  <a:pt x="104" y="96"/>
                </a:cubicBezTo>
                <a:lnTo>
                  <a:pt x="104" y="59"/>
                </a:lnTo>
                <a:close/>
                <a:moveTo>
                  <a:pt x="104" y="51"/>
                </a:moveTo>
                <a:cubicBezTo>
                  <a:pt x="104" y="8"/>
                  <a:pt x="104" y="8"/>
                  <a:pt x="104" y="8"/>
                </a:cubicBezTo>
                <a:cubicBezTo>
                  <a:pt x="115" y="11"/>
                  <a:pt x="126" y="26"/>
                  <a:pt x="133" y="48"/>
                </a:cubicBezTo>
                <a:cubicBezTo>
                  <a:pt x="123" y="50"/>
                  <a:pt x="114" y="51"/>
                  <a:pt x="104" y="51"/>
                </a:cubicBezTo>
                <a:close/>
                <a:moveTo>
                  <a:pt x="96" y="8"/>
                </a:moveTo>
                <a:cubicBezTo>
                  <a:pt x="96" y="51"/>
                  <a:pt x="96" y="51"/>
                  <a:pt x="96" y="51"/>
                </a:cubicBezTo>
                <a:cubicBezTo>
                  <a:pt x="86" y="51"/>
                  <a:pt x="76" y="50"/>
                  <a:pt x="67" y="48"/>
                </a:cubicBezTo>
                <a:cubicBezTo>
                  <a:pt x="74" y="25"/>
                  <a:pt x="85" y="11"/>
                  <a:pt x="96" y="8"/>
                </a:cubicBezTo>
                <a:close/>
                <a:moveTo>
                  <a:pt x="96" y="59"/>
                </a:moveTo>
                <a:cubicBezTo>
                  <a:pt x="96" y="96"/>
                  <a:pt x="96" y="96"/>
                  <a:pt x="96" y="96"/>
                </a:cubicBezTo>
                <a:cubicBezTo>
                  <a:pt x="60" y="96"/>
                  <a:pt x="60" y="96"/>
                  <a:pt x="60" y="96"/>
                </a:cubicBezTo>
                <a:cubicBezTo>
                  <a:pt x="60" y="81"/>
                  <a:pt x="62" y="67"/>
                  <a:pt x="65" y="55"/>
                </a:cubicBezTo>
                <a:cubicBezTo>
                  <a:pt x="75" y="58"/>
                  <a:pt x="85" y="59"/>
                  <a:pt x="96" y="59"/>
                </a:cubicBezTo>
                <a:close/>
                <a:moveTo>
                  <a:pt x="52" y="96"/>
                </a:moveTo>
                <a:cubicBezTo>
                  <a:pt x="8" y="96"/>
                  <a:pt x="8" y="96"/>
                  <a:pt x="8" y="96"/>
                </a:cubicBezTo>
                <a:cubicBezTo>
                  <a:pt x="9" y="75"/>
                  <a:pt x="17" y="56"/>
                  <a:pt x="29" y="41"/>
                </a:cubicBezTo>
                <a:cubicBezTo>
                  <a:pt x="38" y="46"/>
                  <a:pt x="47" y="50"/>
                  <a:pt x="57" y="53"/>
                </a:cubicBezTo>
                <a:cubicBezTo>
                  <a:pt x="54" y="66"/>
                  <a:pt x="52" y="80"/>
                  <a:pt x="52" y="96"/>
                </a:cubicBezTo>
                <a:close/>
                <a:moveTo>
                  <a:pt x="52" y="104"/>
                </a:moveTo>
                <a:cubicBezTo>
                  <a:pt x="52" y="119"/>
                  <a:pt x="54" y="133"/>
                  <a:pt x="57" y="146"/>
                </a:cubicBezTo>
                <a:cubicBezTo>
                  <a:pt x="47" y="149"/>
                  <a:pt x="38" y="153"/>
                  <a:pt x="29" y="158"/>
                </a:cubicBezTo>
                <a:cubicBezTo>
                  <a:pt x="17" y="143"/>
                  <a:pt x="9" y="124"/>
                  <a:pt x="8" y="104"/>
                </a:cubicBezTo>
                <a:lnTo>
                  <a:pt x="52" y="104"/>
                </a:lnTo>
                <a:close/>
                <a:moveTo>
                  <a:pt x="60" y="104"/>
                </a:moveTo>
                <a:cubicBezTo>
                  <a:pt x="96" y="104"/>
                  <a:pt x="96" y="104"/>
                  <a:pt x="96" y="104"/>
                </a:cubicBezTo>
                <a:cubicBezTo>
                  <a:pt x="96" y="140"/>
                  <a:pt x="96" y="140"/>
                  <a:pt x="96" y="140"/>
                </a:cubicBezTo>
                <a:cubicBezTo>
                  <a:pt x="85" y="140"/>
                  <a:pt x="75" y="141"/>
                  <a:pt x="65" y="144"/>
                </a:cubicBezTo>
                <a:cubicBezTo>
                  <a:pt x="62" y="132"/>
                  <a:pt x="60" y="118"/>
                  <a:pt x="60" y="104"/>
                </a:cubicBezTo>
                <a:close/>
                <a:moveTo>
                  <a:pt x="96" y="148"/>
                </a:moveTo>
                <a:cubicBezTo>
                  <a:pt x="96" y="191"/>
                  <a:pt x="96" y="191"/>
                  <a:pt x="96" y="191"/>
                </a:cubicBezTo>
                <a:cubicBezTo>
                  <a:pt x="85" y="188"/>
                  <a:pt x="74" y="174"/>
                  <a:pt x="67" y="152"/>
                </a:cubicBezTo>
                <a:cubicBezTo>
                  <a:pt x="76" y="149"/>
                  <a:pt x="86" y="148"/>
                  <a:pt x="96" y="148"/>
                </a:cubicBezTo>
                <a:close/>
                <a:moveTo>
                  <a:pt x="104" y="191"/>
                </a:moveTo>
                <a:cubicBezTo>
                  <a:pt x="104" y="148"/>
                  <a:pt x="104" y="148"/>
                  <a:pt x="104" y="148"/>
                </a:cubicBezTo>
                <a:cubicBezTo>
                  <a:pt x="114" y="148"/>
                  <a:pt x="123" y="149"/>
                  <a:pt x="133" y="152"/>
                </a:cubicBezTo>
                <a:cubicBezTo>
                  <a:pt x="126" y="174"/>
                  <a:pt x="115" y="188"/>
                  <a:pt x="104" y="191"/>
                </a:cubicBezTo>
                <a:close/>
                <a:moveTo>
                  <a:pt x="104" y="140"/>
                </a:moveTo>
                <a:cubicBezTo>
                  <a:pt x="104" y="104"/>
                  <a:pt x="104" y="104"/>
                  <a:pt x="104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40" y="118"/>
                  <a:pt x="138" y="132"/>
                  <a:pt x="135" y="144"/>
                </a:cubicBezTo>
                <a:cubicBezTo>
                  <a:pt x="125" y="141"/>
                  <a:pt x="115" y="140"/>
                  <a:pt x="104" y="140"/>
                </a:cubicBezTo>
                <a:close/>
                <a:moveTo>
                  <a:pt x="148" y="104"/>
                </a:moveTo>
                <a:cubicBezTo>
                  <a:pt x="192" y="104"/>
                  <a:pt x="192" y="104"/>
                  <a:pt x="192" y="104"/>
                </a:cubicBezTo>
                <a:cubicBezTo>
                  <a:pt x="191" y="124"/>
                  <a:pt x="183" y="143"/>
                  <a:pt x="171" y="158"/>
                </a:cubicBezTo>
                <a:cubicBezTo>
                  <a:pt x="162" y="153"/>
                  <a:pt x="153" y="149"/>
                  <a:pt x="143" y="146"/>
                </a:cubicBezTo>
                <a:cubicBezTo>
                  <a:pt x="146" y="133"/>
                  <a:pt x="148" y="119"/>
                  <a:pt x="148" y="104"/>
                </a:cubicBezTo>
                <a:close/>
                <a:moveTo>
                  <a:pt x="148" y="96"/>
                </a:moveTo>
                <a:cubicBezTo>
                  <a:pt x="148" y="80"/>
                  <a:pt x="146" y="66"/>
                  <a:pt x="143" y="53"/>
                </a:cubicBezTo>
                <a:cubicBezTo>
                  <a:pt x="153" y="50"/>
                  <a:pt x="162" y="46"/>
                  <a:pt x="171" y="41"/>
                </a:cubicBezTo>
                <a:cubicBezTo>
                  <a:pt x="183" y="56"/>
                  <a:pt x="191" y="75"/>
                  <a:pt x="192" y="96"/>
                </a:cubicBezTo>
                <a:lnTo>
                  <a:pt x="148" y="96"/>
                </a:lnTo>
                <a:close/>
                <a:moveTo>
                  <a:pt x="166" y="35"/>
                </a:moveTo>
                <a:cubicBezTo>
                  <a:pt x="158" y="39"/>
                  <a:pt x="149" y="43"/>
                  <a:pt x="140" y="46"/>
                </a:cubicBezTo>
                <a:cubicBezTo>
                  <a:pt x="136" y="30"/>
                  <a:pt x="129" y="18"/>
                  <a:pt x="121" y="10"/>
                </a:cubicBezTo>
                <a:cubicBezTo>
                  <a:pt x="138" y="14"/>
                  <a:pt x="154" y="23"/>
                  <a:pt x="166" y="35"/>
                </a:cubicBezTo>
                <a:close/>
                <a:moveTo>
                  <a:pt x="78" y="10"/>
                </a:moveTo>
                <a:cubicBezTo>
                  <a:pt x="71" y="18"/>
                  <a:pt x="64" y="30"/>
                  <a:pt x="59" y="45"/>
                </a:cubicBezTo>
                <a:cubicBezTo>
                  <a:pt x="51" y="43"/>
                  <a:pt x="42" y="39"/>
                  <a:pt x="34" y="35"/>
                </a:cubicBezTo>
                <a:cubicBezTo>
                  <a:pt x="46" y="23"/>
                  <a:pt x="61" y="14"/>
                  <a:pt x="78" y="10"/>
                </a:cubicBezTo>
                <a:close/>
                <a:moveTo>
                  <a:pt x="34" y="164"/>
                </a:moveTo>
                <a:cubicBezTo>
                  <a:pt x="42" y="160"/>
                  <a:pt x="51" y="156"/>
                  <a:pt x="59" y="154"/>
                </a:cubicBezTo>
                <a:cubicBezTo>
                  <a:pt x="64" y="169"/>
                  <a:pt x="71" y="181"/>
                  <a:pt x="78" y="189"/>
                </a:cubicBezTo>
                <a:cubicBezTo>
                  <a:pt x="61" y="185"/>
                  <a:pt x="46" y="176"/>
                  <a:pt x="34" y="164"/>
                </a:cubicBezTo>
                <a:close/>
                <a:moveTo>
                  <a:pt x="121" y="189"/>
                </a:moveTo>
                <a:cubicBezTo>
                  <a:pt x="129" y="181"/>
                  <a:pt x="136" y="169"/>
                  <a:pt x="140" y="154"/>
                </a:cubicBezTo>
                <a:cubicBezTo>
                  <a:pt x="149" y="156"/>
                  <a:pt x="158" y="160"/>
                  <a:pt x="166" y="164"/>
                </a:cubicBezTo>
                <a:cubicBezTo>
                  <a:pt x="154" y="176"/>
                  <a:pt x="138" y="185"/>
                  <a:pt x="121" y="1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07" tIns="45703" rIns="91407" bIns="45703" numCol="1" anchor="t" anchorCtr="0" compatLnSpc="1"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66" name="Freeform 99"/>
          <p:cNvSpPr>
            <a:spLocks noEditPoints="1"/>
          </p:cNvSpPr>
          <p:nvPr/>
        </p:nvSpPr>
        <p:spPr bwMode="auto">
          <a:xfrm>
            <a:off x="9184567" y="2284640"/>
            <a:ext cx="364419" cy="336854"/>
          </a:xfrm>
          <a:custGeom>
            <a:avLst/>
            <a:gdLst>
              <a:gd name="T0" fmla="*/ 200 w 200"/>
              <a:gd name="T1" fmla="*/ 0 h 184"/>
              <a:gd name="T2" fmla="*/ 0 w 200"/>
              <a:gd name="T3" fmla="*/ 74 h 184"/>
              <a:gd name="T4" fmla="*/ 64 w 200"/>
              <a:gd name="T5" fmla="*/ 123 h 184"/>
              <a:gd name="T6" fmla="*/ 64 w 200"/>
              <a:gd name="T7" fmla="*/ 154 h 184"/>
              <a:gd name="T8" fmla="*/ 65 w 200"/>
              <a:gd name="T9" fmla="*/ 156 h 184"/>
              <a:gd name="T10" fmla="*/ 65 w 200"/>
              <a:gd name="T11" fmla="*/ 157 h 184"/>
              <a:gd name="T12" fmla="*/ 69 w 200"/>
              <a:gd name="T13" fmla="*/ 159 h 184"/>
              <a:gd name="T14" fmla="*/ 71 w 200"/>
              <a:gd name="T15" fmla="*/ 158 h 184"/>
              <a:gd name="T16" fmla="*/ 93 w 200"/>
              <a:gd name="T17" fmla="*/ 144 h 184"/>
              <a:gd name="T18" fmla="*/ 147 w 200"/>
              <a:gd name="T19" fmla="*/ 184 h 184"/>
              <a:gd name="T20" fmla="*/ 200 w 200"/>
              <a:gd name="T21" fmla="*/ 0 h 184"/>
              <a:gd name="T22" fmla="*/ 178 w 200"/>
              <a:gd name="T23" fmla="*/ 17 h 184"/>
              <a:gd name="T24" fmla="*/ 70 w 200"/>
              <a:gd name="T25" fmla="*/ 117 h 184"/>
              <a:gd name="T26" fmla="*/ 17 w 200"/>
              <a:gd name="T27" fmla="*/ 77 h 184"/>
              <a:gd name="T28" fmla="*/ 178 w 200"/>
              <a:gd name="T29" fmla="*/ 17 h 184"/>
              <a:gd name="T30" fmla="*/ 72 w 200"/>
              <a:gd name="T31" fmla="*/ 148 h 184"/>
              <a:gd name="T32" fmla="*/ 72 w 200"/>
              <a:gd name="T33" fmla="*/ 129 h 184"/>
              <a:gd name="T34" fmla="*/ 87 w 200"/>
              <a:gd name="T35" fmla="*/ 139 h 184"/>
              <a:gd name="T36" fmla="*/ 72 w 200"/>
              <a:gd name="T37" fmla="*/ 148 h 184"/>
              <a:gd name="T38" fmla="*/ 77 w 200"/>
              <a:gd name="T39" fmla="*/ 122 h 184"/>
              <a:gd name="T40" fmla="*/ 186 w 200"/>
              <a:gd name="T41" fmla="*/ 21 h 184"/>
              <a:gd name="T42" fmla="*/ 142 w 200"/>
              <a:gd name="T43" fmla="*/ 171 h 184"/>
              <a:gd name="T44" fmla="*/ 77 w 200"/>
              <a:gd name="T45" fmla="*/ 122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00" h="184">
                <a:moveTo>
                  <a:pt x="200" y="0"/>
                </a:moveTo>
                <a:cubicBezTo>
                  <a:pt x="0" y="74"/>
                  <a:pt x="0" y="74"/>
                  <a:pt x="0" y="74"/>
                </a:cubicBezTo>
                <a:cubicBezTo>
                  <a:pt x="64" y="123"/>
                  <a:pt x="64" y="123"/>
                  <a:pt x="64" y="123"/>
                </a:cubicBezTo>
                <a:cubicBezTo>
                  <a:pt x="64" y="154"/>
                  <a:pt x="64" y="154"/>
                  <a:pt x="64" y="154"/>
                </a:cubicBezTo>
                <a:cubicBezTo>
                  <a:pt x="64" y="155"/>
                  <a:pt x="65" y="156"/>
                  <a:pt x="65" y="156"/>
                </a:cubicBezTo>
                <a:cubicBezTo>
                  <a:pt x="65" y="156"/>
                  <a:pt x="65" y="157"/>
                  <a:pt x="65" y="157"/>
                </a:cubicBezTo>
                <a:cubicBezTo>
                  <a:pt x="66" y="158"/>
                  <a:pt x="67" y="159"/>
                  <a:pt x="69" y="159"/>
                </a:cubicBezTo>
                <a:cubicBezTo>
                  <a:pt x="69" y="159"/>
                  <a:pt x="70" y="159"/>
                  <a:pt x="71" y="158"/>
                </a:cubicBezTo>
                <a:cubicBezTo>
                  <a:pt x="93" y="144"/>
                  <a:pt x="93" y="144"/>
                  <a:pt x="93" y="144"/>
                </a:cubicBezTo>
                <a:cubicBezTo>
                  <a:pt x="147" y="184"/>
                  <a:pt x="147" y="184"/>
                  <a:pt x="147" y="184"/>
                </a:cubicBezTo>
                <a:lnTo>
                  <a:pt x="200" y="0"/>
                </a:lnTo>
                <a:close/>
                <a:moveTo>
                  <a:pt x="178" y="17"/>
                </a:moveTo>
                <a:cubicBezTo>
                  <a:pt x="70" y="117"/>
                  <a:pt x="70" y="117"/>
                  <a:pt x="70" y="117"/>
                </a:cubicBezTo>
                <a:cubicBezTo>
                  <a:pt x="17" y="77"/>
                  <a:pt x="17" y="77"/>
                  <a:pt x="17" y="77"/>
                </a:cubicBezTo>
                <a:lnTo>
                  <a:pt x="178" y="17"/>
                </a:lnTo>
                <a:close/>
                <a:moveTo>
                  <a:pt x="72" y="148"/>
                </a:moveTo>
                <a:cubicBezTo>
                  <a:pt x="72" y="129"/>
                  <a:pt x="72" y="129"/>
                  <a:pt x="72" y="129"/>
                </a:cubicBezTo>
                <a:cubicBezTo>
                  <a:pt x="87" y="139"/>
                  <a:pt x="87" y="139"/>
                  <a:pt x="87" y="139"/>
                </a:cubicBezTo>
                <a:lnTo>
                  <a:pt x="72" y="148"/>
                </a:lnTo>
                <a:close/>
                <a:moveTo>
                  <a:pt x="77" y="122"/>
                </a:moveTo>
                <a:cubicBezTo>
                  <a:pt x="186" y="21"/>
                  <a:pt x="186" y="21"/>
                  <a:pt x="186" y="21"/>
                </a:cubicBezTo>
                <a:cubicBezTo>
                  <a:pt x="142" y="171"/>
                  <a:pt x="142" y="171"/>
                  <a:pt x="142" y="171"/>
                </a:cubicBezTo>
                <a:lnTo>
                  <a:pt x="77" y="1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07" tIns="45703" rIns="91407" bIns="45703" numCol="1" anchor="t" anchorCtr="0" compatLnSpc="1"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ur="75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8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60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1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22" grpId="0" animBg="1"/>
      <p:bldP spid="23" grpId="0"/>
      <p:bldP spid="24" grpId="0"/>
      <p:bldP spid="34" grpId="0"/>
      <p:bldP spid="35" grpId="0"/>
      <p:bldP spid="45" grpId="0"/>
      <p:bldP spid="46" grpId="0"/>
      <p:bldP spid="54" grpId="0"/>
      <p:bldP spid="55" grpId="0"/>
      <p:bldP spid="62" grpId="0"/>
      <p:bldP spid="63" grpId="0"/>
      <p:bldP spid="60" grpId="0" animBg="1"/>
      <p:bldP spid="65" grpId="0" animBg="1"/>
      <p:bldP spid="6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5000" contrast="-1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sosceles Triangle 31"/>
          <p:cNvSpPr/>
          <p:nvPr/>
        </p:nvSpPr>
        <p:spPr>
          <a:xfrm rot="16200000">
            <a:off x="5379889" y="-1705380"/>
            <a:ext cx="5103290" cy="8516525"/>
          </a:xfrm>
          <a:prstGeom prst="triangle">
            <a:avLst>
              <a:gd name="adj" fmla="val 100000"/>
            </a:avLst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880094" y="498081"/>
            <a:ext cx="1782792" cy="3744777"/>
            <a:chOff x="5880014" y="497020"/>
            <a:chExt cx="1783437" cy="3746132"/>
          </a:xfrm>
        </p:grpSpPr>
        <p:sp>
          <p:nvSpPr>
            <p:cNvPr id="4" name="Freeform: Shape 3"/>
            <p:cNvSpPr/>
            <p:nvPr/>
          </p:nvSpPr>
          <p:spPr>
            <a:xfrm flipH="1">
              <a:off x="5880014" y="497020"/>
              <a:ext cx="1783437" cy="374613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2BFFFF"/>
                </a:gs>
                <a:gs pos="100000">
                  <a:srgbClr val="EAB1C4"/>
                </a:gs>
              </a:gsLst>
              <a:lin ang="16200000" scaled="1"/>
            </a:gradFill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12600" tIns="793488" rIns="412601" bIns="793487" numCol="1" spcCol="1270" anchor="ctr" anchorCtr="0">
              <a:noAutofit/>
            </a:bodyPr>
            <a:lstStyle/>
            <a:p>
              <a:pPr algn="ctr" defTabSz="288861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6500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 </a:t>
              </a:r>
            </a:p>
          </p:txBody>
        </p:sp>
        <p:sp>
          <p:nvSpPr>
            <p:cNvPr id="18" name="Freeform 30"/>
            <p:cNvSpPr>
              <a:spLocks noEditPoints="1"/>
            </p:cNvSpPr>
            <p:nvPr/>
          </p:nvSpPr>
          <p:spPr bwMode="auto">
            <a:xfrm>
              <a:off x="6551301" y="1706630"/>
              <a:ext cx="440860" cy="331463"/>
            </a:xfrm>
            <a:custGeom>
              <a:avLst/>
              <a:gdLst>
                <a:gd name="T0" fmla="*/ 212 w 228"/>
                <a:gd name="T1" fmla="*/ 19 h 172"/>
                <a:gd name="T2" fmla="*/ 19 w 228"/>
                <a:gd name="T3" fmla="*/ 0 h 172"/>
                <a:gd name="T4" fmla="*/ 0 w 228"/>
                <a:gd name="T5" fmla="*/ 121 h 172"/>
                <a:gd name="T6" fmla="*/ 86 w 228"/>
                <a:gd name="T7" fmla="*/ 140 h 172"/>
                <a:gd name="T8" fmla="*/ 72 w 228"/>
                <a:gd name="T9" fmla="*/ 164 h 172"/>
                <a:gd name="T10" fmla="*/ 72 w 228"/>
                <a:gd name="T11" fmla="*/ 172 h 172"/>
                <a:gd name="T12" fmla="*/ 144 w 228"/>
                <a:gd name="T13" fmla="*/ 168 h 172"/>
                <a:gd name="T14" fmla="*/ 128 w 228"/>
                <a:gd name="T15" fmla="*/ 164 h 172"/>
                <a:gd name="T16" fmla="*/ 156 w 228"/>
                <a:gd name="T17" fmla="*/ 140 h 172"/>
                <a:gd name="T18" fmla="*/ 175 w 228"/>
                <a:gd name="T19" fmla="*/ 172 h 172"/>
                <a:gd name="T20" fmla="*/ 228 w 228"/>
                <a:gd name="T21" fmla="*/ 153 h 172"/>
                <a:gd name="T22" fmla="*/ 212 w 228"/>
                <a:gd name="T23" fmla="*/ 40 h 172"/>
                <a:gd name="T24" fmla="*/ 94 w 228"/>
                <a:gd name="T25" fmla="*/ 140 h 172"/>
                <a:gd name="T26" fmla="*/ 120 w 228"/>
                <a:gd name="T27" fmla="*/ 164 h 172"/>
                <a:gd name="T28" fmla="*/ 156 w 228"/>
                <a:gd name="T29" fmla="*/ 132 h 172"/>
                <a:gd name="T30" fmla="*/ 8 w 228"/>
                <a:gd name="T31" fmla="*/ 121 h 172"/>
                <a:gd name="T32" fmla="*/ 156 w 228"/>
                <a:gd name="T33" fmla="*/ 120 h 172"/>
                <a:gd name="T34" fmla="*/ 156 w 228"/>
                <a:gd name="T35" fmla="*/ 59 h 172"/>
                <a:gd name="T36" fmla="*/ 8 w 228"/>
                <a:gd name="T37" fmla="*/ 112 h 172"/>
                <a:gd name="T38" fmla="*/ 19 w 228"/>
                <a:gd name="T39" fmla="*/ 8 h 172"/>
                <a:gd name="T40" fmla="*/ 204 w 228"/>
                <a:gd name="T41" fmla="*/ 19 h 172"/>
                <a:gd name="T42" fmla="*/ 175 w 228"/>
                <a:gd name="T43" fmla="*/ 40 h 172"/>
                <a:gd name="T44" fmla="*/ 220 w 228"/>
                <a:gd name="T45" fmla="*/ 153 h 172"/>
                <a:gd name="T46" fmla="*/ 175 w 228"/>
                <a:gd name="T47" fmla="*/ 164 h 172"/>
                <a:gd name="T48" fmla="*/ 164 w 228"/>
                <a:gd name="T49" fmla="*/ 59 h 172"/>
                <a:gd name="T50" fmla="*/ 209 w 228"/>
                <a:gd name="T51" fmla="*/ 48 h 172"/>
                <a:gd name="T52" fmla="*/ 220 w 228"/>
                <a:gd name="T53" fmla="*/ 153 h 172"/>
                <a:gd name="T54" fmla="*/ 188 w 228"/>
                <a:gd name="T55" fmla="*/ 56 h 172"/>
                <a:gd name="T56" fmla="*/ 188 w 228"/>
                <a:gd name="T57" fmla="*/ 64 h 172"/>
                <a:gd name="T58" fmla="*/ 200 w 228"/>
                <a:gd name="T59" fmla="*/ 60 h 172"/>
                <a:gd name="T60" fmla="*/ 193 w 228"/>
                <a:gd name="T61" fmla="*/ 140 h 172"/>
                <a:gd name="T62" fmla="*/ 184 w 228"/>
                <a:gd name="T63" fmla="*/ 148 h 172"/>
                <a:gd name="T64" fmla="*/ 192 w 228"/>
                <a:gd name="T65" fmla="*/ 156 h 172"/>
                <a:gd name="T66" fmla="*/ 200 w 228"/>
                <a:gd name="T67" fmla="*/ 149 h 172"/>
                <a:gd name="T68" fmla="*/ 193 w 228"/>
                <a:gd name="T69" fmla="*/ 14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28" h="172">
                  <a:moveTo>
                    <a:pt x="212" y="40"/>
                  </a:moveTo>
                  <a:cubicBezTo>
                    <a:pt x="212" y="19"/>
                    <a:pt x="212" y="19"/>
                    <a:pt x="212" y="19"/>
                  </a:cubicBezTo>
                  <a:cubicBezTo>
                    <a:pt x="212" y="9"/>
                    <a:pt x="203" y="0"/>
                    <a:pt x="193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31"/>
                    <a:pt x="9" y="140"/>
                    <a:pt x="19" y="140"/>
                  </a:cubicBezTo>
                  <a:cubicBezTo>
                    <a:pt x="86" y="140"/>
                    <a:pt x="86" y="140"/>
                    <a:pt x="86" y="140"/>
                  </a:cubicBezTo>
                  <a:cubicBezTo>
                    <a:pt x="84" y="164"/>
                    <a:pt x="84" y="164"/>
                    <a:pt x="84" y="164"/>
                  </a:cubicBezTo>
                  <a:cubicBezTo>
                    <a:pt x="72" y="164"/>
                    <a:pt x="72" y="164"/>
                    <a:pt x="72" y="164"/>
                  </a:cubicBezTo>
                  <a:cubicBezTo>
                    <a:pt x="70" y="164"/>
                    <a:pt x="68" y="166"/>
                    <a:pt x="68" y="168"/>
                  </a:cubicBezTo>
                  <a:cubicBezTo>
                    <a:pt x="68" y="170"/>
                    <a:pt x="70" y="172"/>
                    <a:pt x="72" y="172"/>
                  </a:cubicBezTo>
                  <a:cubicBezTo>
                    <a:pt x="140" y="172"/>
                    <a:pt x="140" y="172"/>
                    <a:pt x="140" y="172"/>
                  </a:cubicBezTo>
                  <a:cubicBezTo>
                    <a:pt x="142" y="172"/>
                    <a:pt x="144" y="170"/>
                    <a:pt x="144" y="168"/>
                  </a:cubicBezTo>
                  <a:cubicBezTo>
                    <a:pt x="144" y="166"/>
                    <a:pt x="142" y="164"/>
                    <a:pt x="140" y="164"/>
                  </a:cubicBezTo>
                  <a:cubicBezTo>
                    <a:pt x="128" y="164"/>
                    <a:pt x="128" y="164"/>
                    <a:pt x="128" y="164"/>
                  </a:cubicBezTo>
                  <a:cubicBezTo>
                    <a:pt x="126" y="140"/>
                    <a:pt x="126" y="140"/>
                    <a:pt x="126" y="140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56" y="153"/>
                    <a:pt x="156" y="153"/>
                    <a:pt x="156" y="153"/>
                  </a:cubicBezTo>
                  <a:cubicBezTo>
                    <a:pt x="156" y="163"/>
                    <a:pt x="165" y="172"/>
                    <a:pt x="175" y="172"/>
                  </a:cubicBezTo>
                  <a:cubicBezTo>
                    <a:pt x="209" y="172"/>
                    <a:pt x="209" y="172"/>
                    <a:pt x="209" y="172"/>
                  </a:cubicBezTo>
                  <a:cubicBezTo>
                    <a:pt x="219" y="172"/>
                    <a:pt x="228" y="163"/>
                    <a:pt x="228" y="153"/>
                  </a:cubicBezTo>
                  <a:cubicBezTo>
                    <a:pt x="228" y="59"/>
                    <a:pt x="228" y="59"/>
                    <a:pt x="228" y="59"/>
                  </a:cubicBezTo>
                  <a:cubicBezTo>
                    <a:pt x="228" y="50"/>
                    <a:pt x="221" y="42"/>
                    <a:pt x="212" y="40"/>
                  </a:cubicBezTo>
                  <a:close/>
                  <a:moveTo>
                    <a:pt x="92" y="164"/>
                  </a:moveTo>
                  <a:cubicBezTo>
                    <a:pt x="94" y="140"/>
                    <a:pt x="94" y="140"/>
                    <a:pt x="94" y="140"/>
                  </a:cubicBezTo>
                  <a:cubicBezTo>
                    <a:pt x="118" y="140"/>
                    <a:pt x="118" y="140"/>
                    <a:pt x="118" y="140"/>
                  </a:cubicBezTo>
                  <a:cubicBezTo>
                    <a:pt x="120" y="164"/>
                    <a:pt x="120" y="164"/>
                    <a:pt x="120" y="164"/>
                  </a:cubicBezTo>
                  <a:lnTo>
                    <a:pt x="92" y="164"/>
                  </a:lnTo>
                  <a:close/>
                  <a:moveTo>
                    <a:pt x="156" y="132"/>
                  </a:moveTo>
                  <a:cubicBezTo>
                    <a:pt x="19" y="132"/>
                    <a:pt x="19" y="132"/>
                    <a:pt x="19" y="132"/>
                  </a:cubicBezTo>
                  <a:cubicBezTo>
                    <a:pt x="13" y="132"/>
                    <a:pt x="8" y="127"/>
                    <a:pt x="8" y="121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156" y="120"/>
                    <a:pt x="156" y="120"/>
                    <a:pt x="156" y="120"/>
                  </a:cubicBezTo>
                  <a:lnTo>
                    <a:pt x="156" y="132"/>
                  </a:lnTo>
                  <a:close/>
                  <a:moveTo>
                    <a:pt x="156" y="59"/>
                  </a:moveTo>
                  <a:cubicBezTo>
                    <a:pt x="156" y="112"/>
                    <a:pt x="156" y="112"/>
                    <a:pt x="156" y="112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3"/>
                    <a:pt x="13" y="8"/>
                    <a:pt x="19" y="8"/>
                  </a:cubicBezTo>
                  <a:cubicBezTo>
                    <a:pt x="193" y="8"/>
                    <a:pt x="193" y="8"/>
                    <a:pt x="193" y="8"/>
                  </a:cubicBezTo>
                  <a:cubicBezTo>
                    <a:pt x="199" y="8"/>
                    <a:pt x="204" y="13"/>
                    <a:pt x="204" y="19"/>
                  </a:cubicBezTo>
                  <a:cubicBezTo>
                    <a:pt x="204" y="40"/>
                    <a:pt x="204" y="40"/>
                    <a:pt x="204" y="40"/>
                  </a:cubicBezTo>
                  <a:cubicBezTo>
                    <a:pt x="175" y="40"/>
                    <a:pt x="175" y="40"/>
                    <a:pt x="175" y="40"/>
                  </a:cubicBezTo>
                  <a:cubicBezTo>
                    <a:pt x="165" y="40"/>
                    <a:pt x="156" y="49"/>
                    <a:pt x="156" y="59"/>
                  </a:cubicBezTo>
                  <a:close/>
                  <a:moveTo>
                    <a:pt x="220" y="153"/>
                  </a:moveTo>
                  <a:cubicBezTo>
                    <a:pt x="220" y="159"/>
                    <a:pt x="215" y="164"/>
                    <a:pt x="209" y="164"/>
                  </a:cubicBezTo>
                  <a:cubicBezTo>
                    <a:pt x="175" y="164"/>
                    <a:pt x="175" y="164"/>
                    <a:pt x="175" y="164"/>
                  </a:cubicBezTo>
                  <a:cubicBezTo>
                    <a:pt x="169" y="164"/>
                    <a:pt x="164" y="159"/>
                    <a:pt x="164" y="153"/>
                  </a:cubicBezTo>
                  <a:cubicBezTo>
                    <a:pt x="164" y="59"/>
                    <a:pt x="164" y="59"/>
                    <a:pt x="164" y="59"/>
                  </a:cubicBezTo>
                  <a:cubicBezTo>
                    <a:pt x="164" y="53"/>
                    <a:pt x="169" y="48"/>
                    <a:pt x="175" y="48"/>
                  </a:cubicBezTo>
                  <a:cubicBezTo>
                    <a:pt x="209" y="48"/>
                    <a:pt x="209" y="48"/>
                    <a:pt x="209" y="48"/>
                  </a:cubicBezTo>
                  <a:cubicBezTo>
                    <a:pt x="215" y="48"/>
                    <a:pt x="220" y="53"/>
                    <a:pt x="220" y="59"/>
                  </a:cubicBezTo>
                  <a:lnTo>
                    <a:pt x="220" y="153"/>
                  </a:lnTo>
                  <a:close/>
                  <a:moveTo>
                    <a:pt x="196" y="56"/>
                  </a:moveTo>
                  <a:cubicBezTo>
                    <a:pt x="188" y="56"/>
                    <a:pt x="188" y="56"/>
                    <a:pt x="188" y="56"/>
                  </a:cubicBezTo>
                  <a:cubicBezTo>
                    <a:pt x="186" y="56"/>
                    <a:pt x="184" y="58"/>
                    <a:pt x="184" y="60"/>
                  </a:cubicBezTo>
                  <a:cubicBezTo>
                    <a:pt x="184" y="62"/>
                    <a:pt x="186" y="64"/>
                    <a:pt x="188" y="64"/>
                  </a:cubicBezTo>
                  <a:cubicBezTo>
                    <a:pt x="196" y="64"/>
                    <a:pt x="196" y="64"/>
                    <a:pt x="196" y="64"/>
                  </a:cubicBezTo>
                  <a:cubicBezTo>
                    <a:pt x="198" y="64"/>
                    <a:pt x="200" y="62"/>
                    <a:pt x="200" y="60"/>
                  </a:cubicBezTo>
                  <a:cubicBezTo>
                    <a:pt x="200" y="58"/>
                    <a:pt x="198" y="56"/>
                    <a:pt x="196" y="56"/>
                  </a:cubicBezTo>
                  <a:close/>
                  <a:moveTo>
                    <a:pt x="193" y="140"/>
                  </a:moveTo>
                  <a:cubicBezTo>
                    <a:pt x="192" y="140"/>
                    <a:pt x="192" y="140"/>
                    <a:pt x="192" y="140"/>
                  </a:cubicBezTo>
                  <a:cubicBezTo>
                    <a:pt x="187" y="140"/>
                    <a:pt x="184" y="143"/>
                    <a:pt x="184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4" y="153"/>
                    <a:pt x="187" y="156"/>
                    <a:pt x="192" y="156"/>
                  </a:cubicBezTo>
                  <a:cubicBezTo>
                    <a:pt x="193" y="156"/>
                    <a:pt x="193" y="156"/>
                    <a:pt x="193" y="156"/>
                  </a:cubicBezTo>
                  <a:cubicBezTo>
                    <a:pt x="197" y="156"/>
                    <a:pt x="200" y="153"/>
                    <a:pt x="200" y="149"/>
                  </a:cubicBezTo>
                  <a:cubicBezTo>
                    <a:pt x="200" y="148"/>
                    <a:pt x="200" y="148"/>
                    <a:pt x="200" y="148"/>
                  </a:cubicBezTo>
                  <a:cubicBezTo>
                    <a:pt x="200" y="143"/>
                    <a:pt x="197" y="140"/>
                    <a:pt x="193" y="1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70935" y="2189128"/>
              <a:ext cx="1601594" cy="338586"/>
            </a:xfrm>
            <a:prstGeom prst="rect">
              <a:avLst/>
            </a:prstGeom>
            <a:noFill/>
          </p:spPr>
          <p:txBody>
            <a:bodyPr wrap="square" lIns="91407" tIns="45703" rIns="91407" bIns="45703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每日一题</a:t>
              </a:r>
              <a:endParaRPr lang="id-ID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970936" y="2491197"/>
              <a:ext cx="1601592" cy="118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学生端添加每日一题，根据昨日学习与做题情况，个性化生成每日一练，助力学生养成良好习惯</a:t>
              </a:r>
              <a:endParaRPr 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673558" y="1706658"/>
            <a:ext cx="3614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000" b="1" dirty="0">
                <a:gradFill>
                  <a:gsLst>
                    <a:gs pos="0">
                      <a:srgbClr val="EAB1C4"/>
                    </a:gs>
                    <a:gs pos="100000">
                      <a:srgbClr val="2BFFFF"/>
                    </a:gs>
                  </a:gsLst>
                  <a:lin ang="108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项 目 展 望</a:t>
            </a:r>
            <a:endParaRPr lang="en-US" sz="4000" b="1" dirty="0">
              <a:gradFill>
                <a:gsLst>
                  <a:gs pos="0">
                    <a:srgbClr val="EAB1C4"/>
                  </a:gs>
                  <a:gs pos="100000">
                    <a:srgbClr val="2BFFFF"/>
                  </a:gs>
                </a:gsLst>
                <a:lin ang="10800000" scaled="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5873" y="2538521"/>
            <a:ext cx="2621250" cy="276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Future work plans </a:t>
            </a:r>
            <a:endParaRPr lang="id-ID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855906" y="1619786"/>
            <a:ext cx="60938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45832" y="4191399"/>
            <a:ext cx="4048955" cy="959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本项目是参加中国软件杯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A7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赛道的作品，目前为止，智能体实现了赛题要求的所有基本功能，在此基础上，未来希望继续深入结合教学实训领域，添加每日一题、作业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OCR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图片上传、师生协作等多种功能。</a:t>
            </a:r>
            <a:endParaRPr lang="id-ID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1" name="Freeform 141"/>
          <p:cNvSpPr>
            <a:spLocks noEditPoints="1"/>
          </p:cNvSpPr>
          <p:nvPr/>
        </p:nvSpPr>
        <p:spPr bwMode="auto">
          <a:xfrm>
            <a:off x="855907" y="3247520"/>
            <a:ext cx="637626" cy="621275"/>
          </a:xfrm>
          <a:custGeom>
            <a:avLst/>
            <a:gdLst>
              <a:gd name="T0" fmla="*/ 144 w 196"/>
              <a:gd name="T1" fmla="*/ 4 h 192"/>
              <a:gd name="T2" fmla="*/ 136 w 196"/>
              <a:gd name="T3" fmla="*/ 20 h 192"/>
              <a:gd name="T4" fmla="*/ 96 w 196"/>
              <a:gd name="T5" fmla="*/ 0 h 192"/>
              <a:gd name="T6" fmla="*/ 56 w 196"/>
              <a:gd name="T7" fmla="*/ 20 h 192"/>
              <a:gd name="T8" fmla="*/ 48 w 196"/>
              <a:gd name="T9" fmla="*/ 4 h 192"/>
              <a:gd name="T10" fmla="*/ 0 w 196"/>
              <a:gd name="T11" fmla="*/ 32 h 192"/>
              <a:gd name="T12" fmla="*/ 184 w 196"/>
              <a:gd name="T13" fmla="*/ 192 h 192"/>
              <a:gd name="T14" fmla="*/ 184 w 196"/>
              <a:gd name="T15" fmla="*/ 20 h 192"/>
              <a:gd name="T16" fmla="*/ 12 w 196"/>
              <a:gd name="T17" fmla="*/ 184 h 192"/>
              <a:gd name="T18" fmla="*/ 12 w 196"/>
              <a:gd name="T19" fmla="*/ 28 h 192"/>
              <a:gd name="T20" fmla="*/ 52 w 196"/>
              <a:gd name="T21" fmla="*/ 44 h 192"/>
              <a:gd name="T22" fmla="*/ 92 w 196"/>
              <a:gd name="T23" fmla="*/ 28 h 192"/>
              <a:gd name="T24" fmla="*/ 100 w 196"/>
              <a:gd name="T25" fmla="*/ 40 h 192"/>
              <a:gd name="T26" fmla="*/ 136 w 196"/>
              <a:gd name="T27" fmla="*/ 40 h 192"/>
              <a:gd name="T28" fmla="*/ 144 w 196"/>
              <a:gd name="T29" fmla="*/ 28 h 192"/>
              <a:gd name="T30" fmla="*/ 188 w 196"/>
              <a:gd name="T31" fmla="*/ 180 h 192"/>
              <a:gd name="T32" fmla="*/ 48 w 196"/>
              <a:gd name="T33" fmla="*/ 60 h 192"/>
              <a:gd name="T34" fmla="*/ 32 w 196"/>
              <a:gd name="T35" fmla="*/ 68 h 192"/>
              <a:gd name="T36" fmla="*/ 32 w 196"/>
              <a:gd name="T37" fmla="*/ 76 h 192"/>
              <a:gd name="T38" fmla="*/ 88 w 196"/>
              <a:gd name="T39" fmla="*/ 84 h 192"/>
              <a:gd name="T40" fmla="*/ 64 w 196"/>
              <a:gd name="T41" fmla="*/ 84 h 192"/>
              <a:gd name="T42" fmla="*/ 80 w 196"/>
              <a:gd name="T43" fmla="*/ 76 h 192"/>
              <a:gd name="T44" fmla="*/ 104 w 196"/>
              <a:gd name="T45" fmla="*/ 84 h 192"/>
              <a:gd name="T46" fmla="*/ 104 w 196"/>
              <a:gd name="T47" fmla="*/ 60 h 192"/>
              <a:gd name="T48" fmla="*/ 120 w 196"/>
              <a:gd name="T49" fmla="*/ 68 h 192"/>
              <a:gd name="T50" fmla="*/ 112 w 196"/>
              <a:gd name="T51" fmla="*/ 68 h 192"/>
              <a:gd name="T52" fmla="*/ 168 w 196"/>
              <a:gd name="T53" fmla="*/ 60 h 192"/>
              <a:gd name="T54" fmla="*/ 152 w 196"/>
              <a:gd name="T55" fmla="*/ 68 h 192"/>
              <a:gd name="T56" fmla="*/ 152 w 196"/>
              <a:gd name="T57" fmla="*/ 76 h 192"/>
              <a:gd name="T58" fmla="*/ 48 w 196"/>
              <a:gd name="T59" fmla="*/ 124 h 192"/>
              <a:gd name="T60" fmla="*/ 24 w 196"/>
              <a:gd name="T61" fmla="*/ 124 h 192"/>
              <a:gd name="T62" fmla="*/ 40 w 196"/>
              <a:gd name="T63" fmla="*/ 116 h 192"/>
              <a:gd name="T64" fmla="*/ 64 w 196"/>
              <a:gd name="T65" fmla="*/ 124 h 192"/>
              <a:gd name="T66" fmla="*/ 64 w 196"/>
              <a:gd name="T67" fmla="*/ 100 h 192"/>
              <a:gd name="T68" fmla="*/ 80 w 196"/>
              <a:gd name="T69" fmla="*/ 108 h 192"/>
              <a:gd name="T70" fmla="*/ 72 w 196"/>
              <a:gd name="T71" fmla="*/ 108 h 192"/>
              <a:gd name="T72" fmla="*/ 128 w 196"/>
              <a:gd name="T73" fmla="*/ 100 h 192"/>
              <a:gd name="T74" fmla="*/ 112 w 196"/>
              <a:gd name="T75" fmla="*/ 108 h 192"/>
              <a:gd name="T76" fmla="*/ 112 w 196"/>
              <a:gd name="T77" fmla="*/ 116 h 192"/>
              <a:gd name="T78" fmla="*/ 168 w 196"/>
              <a:gd name="T79" fmla="*/ 124 h 192"/>
              <a:gd name="T80" fmla="*/ 144 w 196"/>
              <a:gd name="T81" fmla="*/ 124 h 192"/>
              <a:gd name="T82" fmla="*/ 160 w 196"/>
              <a:gd name="T83" fmla="*/ 116 h 192"/>
              <a:gd name="T84" fmla="*/ 24 w 196"/>
              <a:gd name="T85" fmla="*/ 164 h 192"/>
              <a:gd name="T86" fmla="*/ 24 w 196"/>
              <a:gd name="T87" fmla="*/ 140 h 192"/>
              <a:gd name="T88" fmla="*/ 40 w 196"/>
              <a:gd name="T89" fmla="*/ 148 h 192"/>
              <a:gd name="T90" fmla="*/ 32 w 196"/>
              <a:gd name="T91" fmla="*/ 148 h 192"/>
              <a:gd name="T92" fmla="*/ 88 w 196"/>
              <a:gd name="T93" fmla="*/ 140 h 192"/>
              <a:gd name="T94" fmla="*/ 72 w 196"/>
              <a:gd name="T95" fmla="*/ 148 h 192"/>
              <a:gd name="T96" fmla="*/ 72 w 196"/>
              <a:gd name="T97" fmla="*/ 156 h 192"/>
              <a:gd name="T98" fmla="*/ 128 w 196"/>
              <a:gd name="T99" fmla="*/ 164 h 192"/>
              <a:gd name="T100" fmla="*/ 104 w 196"/>
              <a:gd name="T101" fmla="*/ 164 h 192"/>
              <a:gd name="T102" fmla="*/ 120 w 196"/>
              <a:gd name="T103" fmla="*/ 156 h 192"/>
              <a:gd name="T104" fmla="*/ 144 w 196"/>
              <a:gd name="T105" fmla="*/ 164 h 192"/>
              <a:gd name="T106" fmla="*/ 144 w 196"/>
              <a:gd name="T107" fmla="*/ 140 h 192"/>
              <a:gd name="T108" fmla="*/ 160 w 196"/>
              <a:gd name="T109" fmla="*/ 148 h 192"/>
              <a:gd name="T110" fmla="*/ 152 w 196"/>
              <a:gd name="T111" fmla="*/ 148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96" h="192">
                <a:moveTo>
                  <a:pt x="184" y="20"/>
                </a:moveTo>
                <a:cubicBezTo>
                  <a:pt x="144" y="20"/>
                  <a:pt x="144" y="20"/>
                  <a:pt x="144" y="20"/>
                </a:cubicBezTo>
                <a:cubicBezTo>
                  <a:pt x="144" y="4"/>
                  <a:pt x="144" y="4"/>
                  <a:pt x="144" y="4"/>
                </a:cubicBezTo>
                <a:cubicBezTo>
                  <a:pt x="144" y="2"/>
                  <a:pt x="142" y="0"/>
                  <a:pt x="140" y="0"/>
                </a:cubicBezTo>
                <a:cubicBezTo>
                  <a:pt x="138" y="0"/>
                  <a:pt x="136" y="2"/>
                  <a:pt x="136" y="4"/>
                </a:cubicBezTo>
                <a:cubicBezTo>
                  <a:pt x="136" y="20"/>
                  <a:pt x="136" y="20"/>
                  <a:pt x="136" y="20"/>
                </a:cubicBezTo>
                <a:cubicBezTo>
                  <a:pt x="100" y="20"/>
                  <a:pt x="100" y="20"/>
                  <a:pt x="100" y="20"/>
                </a:cubicBezTo>
                <a:cubicBezTo>
                  <a:pt x="100" y="4"/>
                  <a:pt x="100" y="4"/>
                  <a:pt x="100" y="4"/>
                </a:cubicBezTo>
                <a:cubicBezTo>
                  <a:pt x="100" y="2"/>
                  <a:pt x="98" y="0"/>
                  <a:pt x="96" y="0"/>
                </a:cubicBezTo>
                <a:cubicBezTo>
                  <a:pt x="94" y="0"/>
                  <a:pt x="92" y="2"/>
                  <a:pt x="92" y="4"/>
                </a:cubicBezTo>
                <a:cubicBezTo>
                  <a:pt x="92" y="20"/>
                  <a:pt x="92" y="20"/>
                  <a:pt x="92" y="20"/>
                </a:cubicBezTo>
                <a:cubicBezTo>
                  <a:pt x="56" y="20"/>
                  <a:pt x="56" y="20"/>
                  <a:pt x="56" y="20"/>
                </a:cubicBezTo>
                <a:cubicBezTo>
                  <a:pt x="56" y="4"/>
                  <a:pt x="56" y="4"/>
                  <a:pt x="56" y="4"/>
                </a:cubicBezTo>
                <a:cubicBezTo>
                  <a:pt x="56" y="2"/>
                  <a:pt x="54" y="0"/>
                  <a:pt x="52" y="0"/>
                </a:cubicBezTo>
                <a:cubicBezTo>
                  <a:pt x="50" y="0"/>
                  <a:pt x="48" y="2"/>
                  <a:pt x="48" y="4"/>
                </a:cubicBezTo>
                <a:cubicBezTo>
                  <a:pt x="48" y="20"/>
                  <a:pt x="48" y="20"/>
                  <a:pt x="48" y="20"/>
                </a:cubicBezTo>
                <a:cubicBezTo>
                  <a:pt x="12" y="20"/>
                  <a:pt x="12" y="20"/>
                  <a:pt x="12" y="20"/>
                </a:cubicBezTo>
                <a:cubicBezTo>
                  <a:pt x="5" y="20"/>
                  <a:pt x="0" y="25"/>
                  <a:pt x="0" y="32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187"/>
                  <a:pt x="5" y="192"/>
                  <a:pt x="12" y="192"/>
                </a:cubicBezTo>
                <a:cubicBezTo>
                  <a:pt x="184" y="192"/>
                  <a:pt x="184" y="192"/>
                  <a:pt x="184" y="192"/>
                </a:cubicBezTo>
                <a:cubicBezTo>
                  <a:pt x="191" y="192"/>
                  <a:pt x="196" y="187"/>
                  <a:pt x="196" y="180"/>
                </a:cubicBezTo>
                <a:cubicBezTo>
                  <a:pt x="196" y="32"/>
                  <a:pt x="196" y="32"/>
                  <a:pt x="196" y="32"/>
                </a:cubicBezTo>
                <a:cubicBezTo>
                  <a:pt x="196" y="25"/>
                  <a:pt x="191" y="20"/>
                  <a:pt x="184" y="20"/>
                </a:cubicBezTo>
                <a:close/>
                <a:moveTo>
                  <a:pt x="188" y="180"/>
                </a:moveTo>
                <a:cubicBezTo>
                  <a:pt x="188" y="182"/>
                  <a:pt x="186" y="184"/>
                  <a:pt x="184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10" y="184"/>
                  <a:pt x="8" y="182"/>
                  <a:pt x="8" y="180"/>
                </a:cubicBezTo>
                <a:cubicBezTo>
                  <a:pt x="8" y="32"/>
                  <a:pt x="8" y="32"/>
                  <a:pt x="8" y="32"/>
                </a:cubicBezTo>
                <a:cubicBezTo>
                  <a:pt x="8" y="30"/>
                  <a:pt x="10" y="28"/>
                  <a:pt x="12" y="28"/>
                </a:cubicBezTo>
                <a:cubicBezTo>
                  <a:pt x="48" y="28"/>
                  <a:pt x="48" y="28"/>
                  <a:pt x="48" y="28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2"/>
                  <a:pt x="50" y="44"/>
                  <a:pt x="52" y="44"/>
                </a:cubicBezTo>
                <a:cubicBezTo>
                  <a:pt x="54" y="44"/>
                  <a:pt x="56" y="42"/>
                  <a:pt x="56" y="40"/>
                </a:cubicBezTo>
                <a:cubicBezTo>
                  <a:pt x="56" y="28"/>
                  <a:pt x="56" y="28"/>
                  <a:pt x="56" y="28"/>
                </a:cubicBezTo>
                <a:cubicBezTo>
                  <a:pt x="92" y="28"/>
                  <a:pt x="92" y="28"/>
                  <a:pt x="92" y="28"/>
                </a:cubicBezTo>
                <a:cubicBezTo>
                  <a:pt x="92" y="40"/>
                  <a:pt x="92" y="40"/>
                  <a:pt x="92" y="40"/>
                </a:cubicBezTo>
                <a:cubicBezTo>
                  <a:pt x="92" y="42"/>
                  <a:pt x="94" y="44"/>
                  <a:pt x="96" y="44"/>
                </a:cubicBezTo>
                <a:cubicBezTo>
                  <a:pt x="98" y="44"/>
                  <a:pt x="100" y="42"/>
                  <a:pt x="100" y="40"/>
                </a:cubicBezTo>
                <a:cubicBezTo>
                  <a:pt x="100" y="28"/>
                  <a:pt x="100" y="28"/>
                  <a:pt x="100" y="28"/>
                </a:cubicBezTo>
                <a:cubicBezTo>
                  <a:pt x="136" y="28"/>
                  <a:pt x="136" y="28"/>
                  <a:pt x="136" y="28"/>
                </a:cubicBezTo>
                <a:cubicBezTo>
                  <a:pt x="136" y="40"/>
                  <a:pt x="136" y="40"/>
                  <a:pt x="136" y="40"/>
                </a:cubicBezTo>
                <a:cubicBezTo>
                  <a:pt x="136" y="42"/>
                  <a:pt x="138" y="44"/>
                  <a:pt x="140" y="44"/>
                </a:cubicBezTo>
                <a:cubicBezTo>
                  <a:pt x="142" y="44"/>
                  <a:pt x="144" y="42"/>
                  <a:pt x="144" y="40"/>
                </a:cubicBezTo>
                <a:cubicBezTo>
                  <a:pt x="144" y="28"/>
                  <a:pt x="144" y="28"/>
                  <a:pt x="144" y="28"/>
                </a:cubicBezTo>
                <a:cubicBezTo>
                  <a:pt x="184" y="28"/>
                  <a:pt x="184" y="28"/>
                  <a:pt x="184" y="28"/>
                </a:cubicBezTo>
                <a:cubicBezTo>
                  <a:pt x="186" y="28"/>
                  <a:pt x="188" y="30"/>
                  <a:pt x="188" y="32"/>
                </a:cubicBezTo>
                <a:lnTo>
                  <a:pt x="188" y="180"/>
                </a:lnTo>
                <a:close/>
                <a:moveTo>
                  <a:pt x="24" y="84"/>
                </a:moveTo>
                <a:cubicBezTo>
                  <a:pt x="48" y="84"/>
                  <a:pt x="48" y="84"/>
                  <a:pt x="48" y="84"/>
                </a:cubicBezTo>
                <a:cubicBezTo>
                  <a:pt x="48" y="60"/>
                  <a:pt x="48" y="60"/>
                  <a:pt x="48" y="60"/>
                </a:cubicBezTo>
                <a:cubicBezTo>
                  <a:pt x="24" y="60"/>
                  <a:pt x="24" y="60"/>
                  <a:pt x="24" y="60"/>
                </a:cubicBezTo>
                <a:lnTo>
                  <a:pt x="24" y="84"/>
                </a:lnTo>
                <a:close/>
                <a:moveTo>
                  <a:pt x="32" y="68"/>
                </a:moveTo>
                <a:cubicBezTo>
                  <a:pt x="40" y="68"/>
                  <a:pt x="40" y="68"/>
                  <a:pt x="40" y="68"/>
                </a:cubicBezTo>
                <a:cubicBezTo>
                  <a:pt x="40" y="76"/>
                  <a:pt x="40" y="76"/>
                  <a:pt x="40" y="76"/>
                </a:cubicBezTo>
                <a:cubicBezTo>
                  <a:pt x="32" y="76"/>
                  <a:pt x="32" y="76"/>
                  <a:pt x="32" y="76"/>
                </a:cubicBezTo>
                <a:lnTo>
                  <a:pt x="32" y="68"/>
                </a:lnTo>
                <a:close/>
                <a:moveTo>
                  <a:pt x="64" y="84"/>
                </a:moveTo>
                <a:cubicBezTo>
                  <a:pt x="88" y="84"/>
                  <a:pt x="88" y="84"/>
                  <a:pt x="88" y="84"/>
                </a:cubicBezTo>
                <a:cubicBezTo>
                  <a:pt x="88" y="60"/>
                  <a:pt x="88" y="60"/>
                  <a:pt x="88" y="60"/>
                </a:cubicBezTo>
                <a:cubicBezTo>
                  <a:pt x="64" y="60"/>
                  <a:pt x="64" y="60"/>
                  <a:pt x="64" y="60"/>
                </a:cubicBezTo>
                <a:lnTo>
                  <a:pt x="64" y="84"/>
                </a:lnTo>
                <a:close/>
                <a:moveTo>
                  <a:pt x="72" y="68"/>
                </a:moveTo>
                <a:cubicBezTo>
                  <a:pt x="80" y="68"/>
                  <a:pt x="80" y="6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lnTo>
                  <a:pt x="72" y="68"/>
                </a:lnTo>
                <a:close/>
                <a:moveTo>
                  <a:pt x="104" y="84"/>
                </a:moveTo>
                <a:cubicBezTo>
                  <a:pt x="128" y="84"/>
                  <a:pt x="128" y="84"/>
                  <a:pt x="128" y="84"/>
                </a:cubicBezTo>
                <a:cubicBezTo>
                  <a:pt x="128" y="60"/>
                  <a:pt x="128" y="60"/>
                  <a:pt x="128" y="60"/>
                </a:cubicBezTo>
                <a:cubicBezTo>
                  <a:pt x="104" y="60"/>
                  <a:pt x="104" y="60"/>
                  <a:pt x="104" y="60"/>
                </a:cubicBezTo>
                <a:lnTo>
                  <a:pt x="104" y="84"/>
                </a:lnTo>
                <a:close/>
                <a:moveTo>
                  <a:pt x="112" y="68"/>
                </a:moveTo>
                <a:cubicBezTo>
                  <a:pt x="120" y="68"/>
                  <a:pt x="120" y="68"/>
                  <a:pt x="120" y="68"/>
                </a:cubicBezTo>
                <a:cubicBezTo>
                  <a:pt x="120" y="76"/>
                  <a:pt x="120" y="76"/>
                  <a:pt x="120" y="76"/>
                </a:cubicBezTo>
                <a:cubicBezTo>
                  <a:pt x="112" y="76"/>
                  <a:pt x="112" y="76"/>
                  <a:pt x="112" y="76"/>
                </a:cubicBezTo>
                <a:lnTo>
                  <a:pt x="112" y="68"/>
                </a:lnTo>
                <a:close/>
                <a:moveTo>
                  <a:pt x="144" y="84"/>
                </a:moveTo>
                <a:cubicBezTo>
                  <a:pt x="168" y="84"/>
                  <a:pt x="168" y="84"/>
                  <a:pt x="168" y="84"/>
                </a:cubicBezTo>
                <a:cubicBezTo>
                  <a:pt x="168" y="60"/>
                  <a:pt x="168" y="60"/>
                  <a:pt x="168" y="60"/>
                </a:cubicBezTo>
                <a:cubicBezTo>
                  <a:pt x="144" y="60"/>
                  <a:pt x="144" y="60"/>
                  <a:pt x="144" y="60"/>
                </a:cubicBezTo>
                <a:lnTo>
                  <a:pt x="144" y="84"/>
                </a:lnTo>
                <a:close/>
                <a:moveTo>
                  <a:pt x="152" y="68"/>
                </a:moveTo>
                <a:cubicBezTo>
                  <a:pt x="160" y="68"/>
                  <a:pt x="160" y="68"/>
                  <a:pt x="160" y="68"/>
                </a:cubicBezTo>
                <a:cubicBezTo>
                  <a:pt x="160" y="76"/>
                  <a:pt x="160" y="76"/>
                  <a:pt x="160" y="76"/>
                </a:cubicBezTo>
                <a:cubicBezTo>
                  <a:pt x="152" y="76"/>
                  <a:pt x="152" y="76"/>
                  <a:pt x="152" y="76"/>
                </a:cubicBezTo>
                <a:lnTo>
                  <a:pt x="152" y="68"/>
                </a:lnTo>
                <a:close/>
                <a:moveTo>
                  <a:pt x="24" y="124"/>
                </a:moveTo>
                <a:cubicBezTo>
                  <a:pt x="48" y="124"/>
                  <a:pt x="48" y="124"/>
                  <a:pt x="48" y="124"/>
                </a:cubicBezTo>
                <a:cubicBezTo>
                  <a:pt x="48" y="100"/>
                  <a:pt x="48" y="100"/>
                  <a:pt x="48" y="100"/>
                </a:cubicBezTo>
                <a:cubicBezTo>
                  <a:pt x="24" y="100"/>
                  <a:pt x="24" y="100"/>
                  <a:pt x="24" y="100"/>
                </a:cubicBezTo>
                <a:lnTo>
                  <a:pt x="24" y="124"/>
                </a:lnTo>
                <a:close/>
                <a:moveTo>
                  <a:pt x="32" y="108"/>
                </a:moveTo>
                <a:cubicBezTo>
                  <a:pt x="40" y="108"/>
                  <a:pt x="40" y="108"/>
                  <a:pt x="40" y="108"/>
                </a:cubicBezTo>
                <a:cubicBezTo>
                  <a:pt x="40" y="116"/>
                  <a:pt x="40" y="116"/>
                  <a:pt x="40" y="116"/>
                </a:cubicBezTo>
                <a:cubicBezTo>
                  <a:pt x="32" y="116"/>
                  <a:pt x="32" y="116"/>
                  <a:pt x="32" y="116"/>
                </a:cubicBezTo>
                <a:lnTo>
                  <a:pt x="32" y="108"/>
                </a:lnTo>
                <a:close/>
                <a:moveTo>
                  <a:pt x="64" y="124"/>
                </a:moveTo>
                <a:cubicBezTo>
                  <a:pt x="88" y="124"/>
                  <a:pt x="88" y="124"/>
                  <a:pt x="88" y="124"/>
                </a:cubicBezTo>
                <a:cubicBezTo>
                  <a:pt x="88" y="100"/>
                  <a:pt x="88" y="100"/>
                  <a:pt x="88" y="100"/>
                </a:cubicBezTo>
                <a:cubicBezTo>
                  <a:pt x="64" y="100"/>
                  <a:pt x="64" y="100"/>
                  <a:pt x="64" y="100"/>
                </a:cubicBezTo>
                <a:lnTo>
                  <a:pt x="64" y="124"/>
                </a:lnTo>
                <a:close/>
                <a:moveTo>
                  <a:pt x="72" y="108"/>
                </a:moveTo>
                <a:cubicBezTo>
                  <a:pt x="80" y="108"/>
                  <a:pt x="80" y="108"/>
                  <a:pt x="80" y="108"/>
                </a:cubicBezTo>
                <a:cubicBezTo>
                  <a:pt x="80" y="116"/>
                  <a:pt x="80" y="116"/>
                  <a:pt x="80" y="116"/>
                </a:cubicBezTo>
                <a:cubicBezTo>
                  <a:pt x="72" y="116"/>
                  <a:pt x="72" y="116"/>
                  <a:pt x="72" y="116"/>
                </a:cubicBezTo>
                <a:lnTo>
                  <a:pt x="72" y="108"/>
                </a:lnTo>
                <a:close/>
                <a:moveTo>
                  <a:pt x="104" y="124"/>
                </a:moveTo>
                <a:cubicBezTo>
                  <a:pt x="128" y="124"/>
                  <a:pt x="128" y="124"/>
                  <a:pt x="128" y="124"/>
                </a:cubicBezTo>
                <a:cubicBezTo>
                  <a:pt x="128" y="100"/>
                  <a:pt x="128" y="100"/>
                  <a:pt x="128" y="100"/>
                </a:cubicBezTo>
                <a:cubicBezTo>
                  <a:pt x="104" y="100"/>
                  <a:pt x="104" y="100"/>
                  <a:pt x="104" y="100"/>
                </a:cubicBezTo>
                <a:lnTo>
                  <a:pt x="104" y="124"/>
                </a:lnTo>
                <a:close/>
                <a:moveTo>
                  <a:pt x="112" y="108"/>
                </a:moveTo>
                <a:cubicBezTo>
                  <a:pt x="120" y="108"/>
                  <a:pt x="120" y="108"/>
                  <a:pt x="120" y="108"/>
                </a:cubicBezTo>
                <a:cubicBezTo>
                  <a:pt x="120" y="116"/>
                  <a:pt x="120" y="116"/>
                  <a:pt x="120" y="116"/>
                </a:cubicBezTo>
                <a:cubicBezTo>
                  <a:pt x="112" y="116"/>
                  <a:pt x="112" y="116"/>
                  <a:pt x="112" y="116"/>
                </a:cubicBezTo>
                <a:lnTo>
                  <a:pt x="112" y="108"/>
                </a:lnTo>
                <a:close/>
                <a:moveTo>
                  <a:pt x="144" y="124"/>
                </a:moveTo>
                <a:cubicBezTo>
                  <a:pt x="168" y="124"/>
                  <a:pt x="168" y="124"/>
                  <a:pt x="168" y="124"/>
                </a:cubicBezTo>
                <a:cubicBezTo>
                  <a:pt x="168" y="100"/>
                  <a:pt x="168" y="100"/>
                  <a:pt x="168" y="100"/>
                </a:cubicBezTo>
                <a:cubicBezTo>
                  <a:pt x="144" y="100"/>
                  <a:pt x="144" y="100"/>
                  <a:pt x="144" y="100"/>
                </a:cubicBezTo>
                <a:lnTo>
                  <a:pt x="144" y="124"/>
                </a:lnTo>
                <a:close/>
                <a:moveTo>
                  <a:pt x="152" y="108"/>
                </a:moveTo>
                <a:cubicBezTo>
                  <a:pt x="160" y="108"/>
                  <a:pt x="160" y="108"/>
                  <a:pt x="160" y="108"/>
                </a:cubicBezTo>
                <a:cubicBezTo>
                  <a:pt x="160" y="116"/>
                  <a:pt x="160" y="116"/>
                  <a:pt x="160" y="116"/>
                </a:cubicBezTo>
                <a:cubicBezTo>
                  <a:pt x="152" y="116"/>
                  <a:pt x="152" y="116"/>
                  <a:pt x="152" y="116"/>
                </a:cubicBezTo>
                <a:lnTo>
                  <a:pt x="152" y="108"/>
                </a:lnTo>
                <a:close/>
                <a:moveTo>
                  <a:pt x="24" y="164"/>
                </a:moveTo>
                <a:cubicBezTo>
                  <a:pt x="48" y="164"/>
                  <a:pt x="48" y="164"/>
                  <a:pt x="48" y="164"/>
                </a:cubicBezTo>
                <a:cubicBezTo>
                  <a:pt x="48" y="140"/>
                  <a:pt x="48" y="140"/>
                  <a:pt x="48" y="140"/>
                </a:cubicBezTo>
                <a:cubicBezTo>
                  <a:pt x="24" y="140"/>
                  <a:pt x="24" y="140"/>
                  <a:pt x="24" y="140"/>
                </a:cubicBezTo>
                <a:lnTo>
                  <a:pt x="24" y="164"/>
                </a:lnTo>
                <a:close/>
                <a:moveTo>
                  <a:pt x="32" y="148"/>
                </a:moveTo>
                <a:cubicBezTo>
                  <a:pt x="40" y="148"/>
                  <a:pt x="40" y="148"/>
                  <a:pt x="40" y="148"/>
                </a:cubicBezTo>
                <a:cubicBezTo>
                  <a:pt x="40" y="156"/>
                  <a:pt x="40" y="156"/>
                  <a:pt x="40" y="156"/>
                </a:cubicBezTo>
                <a:cubicBezTo>
                  <a:pt x="32" y="156"/>
                  <a:pt x="32" y="156"/>
                  <a:pt x="32" y="156"/>
                </a:cubicBezTo>
                <a:lnTo>
                  <a:pt x="32" y="148"/>
                </a:lnTo>
                <a:close/>
                <a:moveTo>
                  <a:pt x="64" y="164"/>
                </a:moveTo>
                <a:cubicBezTo>
                  <a:pt x="88" y="164"/>
                  <a:pt x="88" y="164"/>
                  <a:pt x="88" y="164"/>
                </a:cubicBezTo>
                <a:cubicBezTo>
                  <a:pt x="88" y="140"/>
                  <a:pt x="88" y="140"/>
                  <a:pt x="88" y="140"/>
                </a:cubicBezTo>
                <a:cubicBezTo>
                  <a:pt x="64" y="140"/>
                  <a:pt x="64" y="140"/>
                  <a:pt x="64" y="140"/>
                </a:cubicBezTo>
                <a:lnTo>
                  <a:pt x="64" y="164"/>
                </a:lnTo>
                <a:close/>
                <a:moveTo>
                  <a:pt x="72" y="148"/>
                </a:moveTo>
                <a:cubicBezTo>
                  <a:pt x="80" y="148"/>
                  <a:pt x="80" y="148"/>
                  <a:pt x="80" y="148"/>
                </a:cubicBezTo>
                <a:cubicBezTo>
                  <a:pt x="80" y="156"/>
                  <a:pt x="80" y="156"/>
                  <a:pt x="80" y="156"/>
                </a:cubicBezTo>
                <a:cubicBezTo>
                  <a:pt x="72" y="156"/>
                  <a:pt x="72" y="156"/>
                  <a:pt x="72" y="156"/>
                </a:cubicBezTo>
                <a:lnTo>
                  <a:pt x="72" y="148"/>
                </a:lnTo>
                <a:close/>
                <a:moveTo>
                  <a:pt x="104" y="164"/>
                </a:moveTo>
                <a:cubicBezTo>
                  <a:pt x="128" y="164"/>
                  <a:pt x="128" y="164"/>
                  <a:pt x="128" y="164"/>
                </a:cubicBezTo>
                <a:cubicBezTo>
                  <a:pt x="128" y="140"/>
                  <a:pt x="128" y="140"/>
                  <a:pt x="128" y="140"/>
                </a:cubicBezTo>
                <a:cubicBezTo>
                  <a:pt x="104" y="140"/>
                  <a:pt x="104" y="140"/>
                  <a:pt x="104" y="140"/>
                </a:cubicBezTo>
                <a:lnTo>
                  <a:pt x="104" y="164"/>
                </a:lnTo>
                <a:close/>
                <a:moveTo>
                  <a:pt x="112" y="148"/>
                </a:moveTo>
                <a:cubicBezTo>
                  <a:pt x="120" y="148"/>
                  <a:pt x="120" y="148"/>
                  <a:pt x="120" y="148"/>
                </a:cubicBezTo>
                <a:cubicBezTo>
                  <a:pt x="120" y="156"/>
                  <a:pt x="120" y="156"/>
                  <a:pt x="120" y="156"/>
                </a:cubicBezTo>
                <a:cubicBezTo>
                  <a:pt x="112" y="156"/>
                  <a:pt x="112" y="156"/>
                  <a:pt x="112" y="156"/>
                </a:cubicBezTo>
                <a:lnTo>
                  <a:pt x="112" y="148"/>
                </a:lnTo>
                <a:close/>
                <a:moveTo>
                  <a:pt x="144" y="164"/>
                </a:moveTo>
                <a:cubicBezTo>
                  <a:pt x="168" y="164"/>
                  <a:pt x="168" y="164"/>
                  <a:pt x="168" y="164"/>
                </a:cubicBezTo>
                <a:cubicBezTo>
                  <a:pt x="168" y="140"/>
                  <a:pt x="168" y="140"/>
                  <a:pt x="168" y="140"/>
                </a:cubicBezTo>
                <a:cubicBezTo>
                  <a:pt x="144" y="140"/>
                  <a:pt x="144" y="140"/>
                  <a:pt x="144" y="140"/>
                </a:cubicBezTo>
                <a:lnTo>
                  <a:pt x="144" y="164"/>
                </a:lnTo>
                <a:close/>
                <a:moveTo>
                  <a:pt x="152" y="148"/>
                </a:moveTo>
                <a:cubicBezTo>
                  <a:pt x="160" y="148"/>
                  <a:pt x="160" y="148"/>
                  <a:pt x="160" y="148"/>
                </a:cubicBezTo>
                <a:cubicBezTo>
                  <a:pt x="160" y="156"/>
                  <a:pt x="160" y="156"/>
                  <a:pt x="160" y="156"/>
                </a:cubicBezTo>
                <a:cubicBezTo>
                  <a:pt x="152" y="156"/>
                  <a:pt x="152" y="156"/>
                  <a:pt x="152" y="156"/>
                </a:cubicBezTo>
                <a:lnTo>
                  <a:pt x="152" y="148"/>
                </a:lnTo>
                <a:close/>
              </a:path>
            </a:pathLst>
          </a:custGeom>
          <a:gradFill>
            <a:gsLst>
              <a:gs pos="0">
                <a:srgbClr val="EAB1C4"/>
              </a:gs>
              <a:gs pos="100000">
                <a:srgbClr val="2BFFFF"/>
              </a:gs>
            </a:gsLst>
            <a:lin ang="10800000" scaled="0"/>
          </a:gradFill>
          <a:ln>
            <a:noFill/>
          </a:ln>
        </p:spPr>
        <p:txBody>
          <a:bodyPr vert="horz" wrap="square" lIns="91407" tIns="45703" rIns="91407" bIns="45703" numCol="1" anchor="t" anchorCtr="0" compatLnSpc="1"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886467" y="1345929"/>
            <a:ext cx="1782792" cy="3744777"/>
            <a:chOff x="7887114" y="1345176"/>
            <a:chExt cx="1783437" cy="3746132"/>
          </a:xfrm>
        </p:grpSpPr>
        <p:sp>
          <p:nvSpPr>
            <p:cNvPr id="6" name="Freeform: Shape 5"/>
            <p:cNvSpPr/>
            <p:nvPr/>
          </p:nvSpPr>
          <p:spPr>
            <a:xfrm flipH="1">
              <a:off x="7887114" y="1345176"/>
              <a:ext cx="1783437" cy="374613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EAB1C4"/>
                </a:gs>
                <a:gs pos="100000">
                  <a:srgbClr val="2BFFFF"/>
                </a:gs>
              </a:gsLst>
              <a:lin ang="16200000" scaled="1"/>
            </a:gradFill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12600" tIns="793488" rIns="412601" bIns="793487" numCol="1" spcCol="1270" anchor="ctr" anchorCtr="0">
              <a:noAutofit/>
            </a:bodyPr>
            <a:lstStyle/>
            <a:p>
              <a:pPr algn="ctr" defTabSz="288861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6500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 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978036" y="3352672"/>
              <a:ext cx="1601592" cy="9602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添加视频会议、共享文档等等写作板块，更好地促进师生协同工作学习</a:t>
              </a:r>
              <a:endParaRPr 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990058" y="3050603"/>
              <a:ext cx="1614072" cy="338554"/>
            </a:xfrm>
            <a:prstGeom prst="rect">
              <a:avLst/>
            </a:prstGeom>
            <a:noFill/>
          </p:spPr>
          <p:txBody>
            <a:bodyPr wrap="square" lIns="91407" tIns="45703" rIns="91407" bIns="45703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师生协作</a:t>
              </a:r>
              <a:endParaRPr lang="id-ID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35" name="Freeform 18"/>
            <p:cNvSpPr>
              <a:spLocks noEditPoints="1"/>
            </p:cNvSpPr>
            <p:nvPr/>
          </p:nvSpPr>
          <p:spPr bwMode="auto">
            <a:xfrm>
              <a:off x="8545796" y="2538200"/>
              <a:ext cx="466070" cy="350500"/>
            </a:xfrm>
            <a:custGeom>
              <a:avLst/>
              <a:gdLst>
                <a:gd name="T0" fmla="*/ 192 w 208"/>
                <a:gd name="T1" fmla="*/ 24 h 156"/>
                <a:gd name="T2" fmla="*/ 138 w 208"/>
                <a:gd name="T3" fmla="*/ 24 h 156"/>
                <a:gd name="T4" fmla="*/ 124 w 208"/>
                <a:gd name="T5" fmla="*/ 0 h 156"/>
                <a:gd name="T6" fmla="*/ 80 w 208"/>
                <a:gd name="T7" fmla="*/ 0 h 156"/>
                <a:gd name="T8" fmla="*/ 66 w 208"/>
                <a:gd name="T9" fmla="*/ 24 h 156"/>
                <a:gd name="T10" fmla="*/ 16 w 208"/>
                <a:gd name="T11" fmla="*/ 24 h 156"/>
                <a:gd name="T12" fmla="*/ 0 w 208"/>
                <a:gd name="T13" fmla="*/ 40 h 156"/>
                <a:gd name="T14" fmla="*/ 0 w 208"/>
                <a:gd name="T15" fmla="*/ 140 h 156"/>
                <a:gd name="T16" fmla="*/ 16 w 208"/>
                <a:gd name="T17" fmla="*/ 156 h 156"/>
                <a:gd name="T18" fmla="*/ 192 w 208"/>
                <a:gd name="T19" fmla="*/ 156 h 156"/>
                <a:gd name="T20" fmla="*/ 208 w 208"/>
                <a:gd name="T21" fmla="*/ 140 h 156"/>
                <a:gd name="T22" fmla="*/ 208 w 208"/>
                <a:gd name="T23" fmla="*/ 40 h 156"/>
                <a:gd name="T24" fmla="*/ 192 w 208"/>
                <a:gd name="T25" fmla="*/ 24 h 156"/>
                <a:gd name="T26" fmla="*/ 200 w 208"/>
                <a:gd name="T27" fmla="*/ 140 h 156"/>
                <a:gd name="T28" fmla="*/ 192 w 208"/>
                <a:gd name="T29" fmla="*/ 148 h 156"/>
                <a:gd name="T30" fmla="*/ 16 w 208"/>
                <a:gd name="T31" fmla="*/ 148 h 156"/>
                <a:gd name="T32" fmla="*/ 8 w 208"/>
                <a:gd name="T33" fmla="*/ 140 h 156"/>
                <a:gd name="T34" fmla="*/ 8 w 208"/>
                <a:gd name="T35" fmla="*/ 40 h 156"/>
                <a:gd name="T36" fmla="*/ 16 w 208"/>
                <a:gd name="T37" fmla="*/ 32 h 156"/>
                <a:gd name="T38" fmla="*/ 71 w 208"/>
                <a:gd name="T39" fmla="*/ 32 h 156"/>
                <a:gd name="T40" fmla="*/ 73 w 208"/>
                <a:gd name="T41" fmla="*/ 28 h 156"/>
                <a:gd name="T42" fmla="*/ 85 w 208"/>
                <a:gd name="T43" fmla="*/ 8 h 156"/>
                <a:gd name="T44" fmla="*/ 120 w 208"/>
                <a:gd name="T45" fmla="*/ 8 h 156"/>
                <a:gd name="T46" fmla="*/ 131 w 208"/>
                <a:gd name="T47" fmla="*/ 28 h 156"/>
                <a:gd name="T48" fmla="*/ 133 w 208"/>
                <a:gd name="T49" fmla="*/ 32 h 156"/>
                <a:gd name="T50" fmla="*/ 192 w 208"/>
                <a:gd name="T51" fmla="*/ 32 h 156"/>
                <a:gd name="T52" fmla="*/ 200 w 208"/>
                <a:gd name="T53" fmla="*/ 40 h 156"/>
                <a:gd name="T54" fmla="*/ 200 w 208"/>
                <a:gd name="T55" fmla="*/ 140 h 156"/>
                <a:gd name="T56" fmla="*/ 20 w 208"/>
                <a:gd name="T57" fmla="*/ 20 h 156"/>
                <a:gd name="T58" fmla="*/ 52 w 208"/>
                <a:gd name="T59" fmla="*/ 20 h 156"/>
                <a:gd name="T60" fmla="*/ 56 w 208"/>
                <a:gd name="T61" fmla="*/ 16 h 156"/>
                <a:gd name="T62" fmla="*/ 52 w 208"/>
                <a:gd name="T63" fmla="*/ 12 h 156"/>
                <a:gd name="T64" fmla="*/ 20 w 208"/>
                <a:gd name="T65" fmla="*/ 12 h 156"/>
                <a:gd name="T66" fmla="*/ 16 w 208"/>
                <a:gd name="T67" fmla="*/ 16 h 156"/>
                <a:gd name="T68" fmla="*/ 20 w 208"/>
                <a:gd name="T69" fmla="*/ 20 h 156"/>
                <a:gd name="T70" fmla="*/ 172 w 208"/>
                <a:gd name="T71" fmla="*/ 47 h 156"/>
                <a:gd name="T72" fmla="*/ 161 w 208"/>
                <a:gd name="T73" fmla="*/ 59 h 156"/>
                <a:gd name="T74" fmla="*/ 172 w 208"/>
                <a:gd name="T75" fmla="*/ 71 h 156"/>
                <a:gd name="T76" fmla="*/ 184 w 208"/>
                <a:gd name="T77" fmla="*/ 59 h 156"/>
                <a:gd name="T78" fmla="*/ 172 w 208"/>
                <a:gd name="T79" fmla="*/ 47 h 156"/>
                <a:gd name="T80" fmla="*/ 172 w 208"/>
                <a:gd name="T81" fmla="*/ 63 h 156"/>
                <a:gd name="T82" fmla="*/ 169 w 208"/>
                <a:gd name="T83" fmla="*/ 59 h 156"/>
                <a:gd name="T84" fmla="*/ 172 w 208"/>
                <a:gd name="T85" fmla="*/ 55 h 156"/>
                <a:gd name="T86" fmla="*/ 176 w 208"/>
                <a:gd name="T87" fmla="*/ 59 h 156"/>
                <a:gd name="T88" fmla="*/ 172 w 208"/>
                <a:gd name="T89" fmla="*/ 63 h 156"/>
                <a:gd name="T90" fmla="*/ 99 w 208"/>
                <a:gd name="T91" fmla="*/ 39 h 156"/>
                <a:gd name="T92" fmla="*/ 48 w 208"/>
                <a:gd name="T93" fmla="*/ 89 h 156"/>
                <a:gd name="T94" fmla="*/ 99 w 208"/>
                <a:gd name="T95" fmla="*/ 140 h 156"/>
                <a:gd name="T96" fmla="*/ 150 w 208"/>
                <a:gd name="T97" fmla="*/ 89 h 156"/>
                <a:gd name="T98" fmla="*/ 99 w 208"/>
                <a:gd name="T99" fmla="*/ 39 h 156"/>
                <a:gd name="T100" fmla="*/ 99 w 208"/>
                <a:gd name="T101" fmla="*/ 132 h 156"/>
                <a:gd name="T102" fmla="*/ 56 w 208"/>
                <a:gd name="T103" fmla="*/ 89 h 156"/>
                <a:gd name="T104" fmla="*/ 99 w 208"/>
                <a:gd name="T105" fmla="*/ 47 h 156"/>
                <a:gd name="T106" fmla="*/ 142 w 208"/>
                <a:gd name="T107" fmla="*/ 89 h 156"/>
                <a:gd name="T108" fmla="*/ 99 w 208"/>
                <a:gd name="T109" fmla="*/ 13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156">
                  <a:moveTo>
                    <a:pt x="192" y="24"/>
                  </a:moveTo>
                  <a:cubicBezTo>
                    <a:pt x="138" y="24"/>
                    <a:pt x="138" y="24"/>
                    <a:pt x="138" y="24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7" y="24"/>
                    <a:pt x="0" y="31"/>
                    <a:pt x="0" y="40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49"/>
                    <a:pt x="7" y="156"/>
                    <a:pt x="16" y="156"/>
                  </a:cubicBezTo>
                  <a:cubicBezTo>
                    <a:pt x="192" y="156"/>
                    <a:pt x="192" y="156"/>
                    <a:pt x="192" y="156"/>
                  </a:cubicBezTo>
                  <a:cubicBezTo>
                    <a:pt x="201" y="156"/>
                    <a:pt x="208" y="149"/>
                    <a:pt x="208" y="140"/>
                  </a:cubicBezTo>
                  <a:cubicBezTo>
                    <a:pt x="208" y="40"/>
                    <a:pt x="208" y="40"/>
                    <a:pt x="208" y="40"/>
                  </a:cubicBezTo>
                  <a:cubicBezTo>
                    <a:pt x="208" y="31"/>
                    <a:pt x="201" y="24"/>
                    <a:pt x="192" y="24"/>
                  </a:cubicBezTo>
                  <a:close/>
                  <a:moveTo>
                    <a:pt x="200" y="140"/>
                  </a:moveTo>
                  <a:cubicBezTo>
                    <a:pt x="200" y="144"/>
                    <a:pt x="196" y="148"/>
                    <a:pt x="192" y="148"/>
                  </a:cubicBezTo>
                  <a:cubicBezTo>
                    <a:pt x="16" y="148"/>
                    <a:pt x="16" y="148"/>
                    <a:pt x="16" y="148"/>
                  </a:cubicBezTo>
                  <a:cubicBezTo>
                    <a:pt x="12" y="148"/>
                    <a:pt x="8" y="144"/>
                    <a:pt x="8" y="1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36"/>
                    <a:pt x="12" y="32"/>
                    <a:pt x="16" y="32"/>
                  </a:cubicBezTo>
                  <a:cubicBezTo>
                    <a:pt x="71" y="32"/>
                    <a:pt x="71" y="32"/>
                    <a:pt x="71" y="32"/>
                  </a:cubicBezTo>
                  <a:cubicBezTo>
                    <a:pt x="73" y="28"/>
                    <a:pt x="73" y="28"/>
                    <a:pt x="73" y="2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120" y="8"/>
                    <a:pt x="120" y="8"/>
                    <a:pt x="120" y="8"/>
                  </a:cubicBezTo>
                  <a:cubicBezTo>
                    <a:pt x="131" y="28"/>
                    <a:pt x="131" y="28"/>
                    <a:pt x="131" y="28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92" y="32"/>
                    <a:pt x="192" y="32"/>
                    <a:pt x="192" y="32"/>
                  </a:cubicBezTo>
                  <a:cubicBezTo>
                    <a:pt x="196" y="32"/>
                    <a:pt x="200" y="36"/>
                    <a:pt x="200" y="40"/>
                  </a:cubicBezTo>
                  <a:lnTo>
                    <a:pt x="200" y="140"/>
                  </a:lnTo>
                  <a:close/>
                  <a:moveTo>
                    <a:pt x="20" y="20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4" y="20"/>
                    <a:pt x="56" y="18"/>
                    <a:pt x="56" y="16"/>
                  </a:cubicBezTo>
                  <a:cubicBezTo>
                    <a:pt x="56" y="14"/>
                    <a:pt x="54" y="12"/>
                    <a:pt x="52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8" y="12"/>
                    <a:pt x="16" y="14"/>
                    <a:pt x="16" y="16"/>
                  </a:cubicBezTo>
                  <a:cubicBezTo>
                    <a:pt x="16" y="18"/>
                    <a:pt x="18" y="20"/>
                    <a:pt x="20" y="20"/>
                  </a:cubicBezTo>
                  <a:close/>
                  <a:moveTo>
                    <a:pt x="172" y="47"/>
                  </a:moveTo>
                  <a:cubicBezTo>
                    <a:pt x="166" y="47"/>
                    <a:pt x="161" y="53"/>
                    <a:pt x="161" y="59"/>
                  </a:cubicBezTo>
                  <a:cubicBezTo>
                    <a:pt x="161" y="65"/>
                    <a:pt x="166" y="71"/>
                    <a:pt x="172" y="71"/>
                  </a:cubicBezTo>
                  <a:cubicBezTo>
                    <a:pt x="179" y="71"/>
                    <a:pt x="184" y="65"/>
                    <a:pt x="184" y="59"/>
                  </a:cubicBezTo>
                  <a:cubicBezTo>
                    <a:pt x="184" y="53"/>
                    <a:pt x="179" y="47"/>
                    <a:pt x="172" y="47"/>
                  </a:cubicBezTo>
                  <a:close/>
                  <a:moveTo>
                    <a:pt x="172" y="63"/>
                  </a:moveTo>
                  <a:cubicBezTo>
                    <a:pt x="170" y="63"/>
                    <a:pt x="169" y="61"/>
                    <a:pt x="169" y="59"/>
                  </a:cubicBezTo>
                  <a:cubicBezTo>
                    <a:pt x="169" y="57"/>
                    <a:pt x="170" y="55"/>
                    <a:pt x="172" y="55"/>
                  </a:cubicBezTo>
                  <a:cubicBezTo>
                    <a:pt x="174" y="55"/>
                    <a:pt x="176" y="57"/>
                    <a:pt x="176" y="59"/>
                  </a:cubicBezTo>
                  <a:cubicBezTo>
                    <a:pt x="176" y="61"/>
                    <a:pt x="174" y="63"/>
                    <a:pt x="172" y="63"/>
                  </a:cubicBezTo>
                  <a:close/>
                  <a:moveTo>
                    <a:pt x="99" y="39"/>
                  </a:moveTo>
                  <a:cubicBezTo>
                    <a:pt x="71" y="39"/>
                    <a:pt x="48" y="61"/>
                    <a:pt x="48" y="89"/>
                  </a:cubicBezTo>
                  <a:cubicBezTo>
                    <a:pt x="48" y="117"/>
                    <a:pt x="71" y="140"/>
                    <a:pt x="99" y="140"/>
                  </a:cubicBezTo>
                  <a:cubicBezTo>
                    <a:pt x="127" y="140"/>
                    <a:pt x="150" y="117"/>
                    <a:pt x="150" y="89"/>
                  </a:cubicBezTo>
                  <a:cubicBezTo>
                    <a:pt x="150" y="61"/>
                    <a:pt x="127" y="39"/>
                    <a:pt x="99" y="39"/>
                  </a:cubicBezTo>
                  <a:close/>
                  <a:moveTo>
                    <a:pt x="99" y="132"/>
                  </a:moveTo>
                  <a:cubicBezTo>
                    <a:pt x="75" y="132"/>
                    <a:pt x="56" y="113"/>
                    <a:pt x="56" y="89"/>
                  </a:cubicBezTo>
                  <a:cubicBezTo>
                    <a:pt x="56" y="66"/>
                    <a:pt x="75" y="47"/>
                    <a:pt x="99" y="47"/>
                  </a:cubicBezTo>
                  <a:cubicBezTo>
                    <a:pt x="123" y="47"/>
                    <a:pt x="142" y="66"/>
                    <a:pt x="142" y="89"/>
                  </a:cubicBezTo>
                  <a:cubicBezTo>
                    <a:pt x="142" y="113"/>
                    <a:pt x="123" y="132"/>
                    <a:pt x="99" y="13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892841" y="2190726"/>
            <a:ext cx="1782792" cy="3744777"/>
            <a:chOff x="9894213" y="2190278"/>
            <a:chExt cx="1783437" cy="3746132"/>
          </a:xfrm>
        </p:grpSpPr>
        <p:sp>
          <p:nvSpPr>
            <p:cNvPr id="5" name="Freeform: Shape 4"/>
            <p:cNvSpPr/>
            <p:nvPr/>
          </p:nvSpPr>
          <p:spPr>
            <a:xfrm flipH="1">
              <a:off x="9894213" y="2190278"/>
              <a:ext cx="1783437" cy="374613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2BFFFF"/>
                </a:gs>
                <a:gs pos="100000">
                  <a:srgbClr val="EAB1C4"/>
                </a:gs>
              </a:gsLst>
              <a:lin ang="16200000" scaled="1"/>
            </a:gradFill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12600" tIns="793488" rIns="412601" bIns="793487" numCol="1" spcCol="1270" anchor="ctr" anchorCtr="0">
              <a:noAutofit/>
            </a:bodyPr>
            <a:lstStyle/>
            <a:p>
              <a:pPr algn="ctr" defTabSz="288861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6500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 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985132" y="4316489"/>
              <a:ext cx="1601592" cy="2952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更多扩展功能开发中</a:t>
              </a:r>
              <a:endParaRPr 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955189" y="3822559"/>
              <a:ext cx="1661481" cy="338642"/>
            </a:xfrm>
            <a:prstGeom prst="rect">
              <a:avLst/>
            </a:prstGeom>
            <a:noFill/>
          </p:spPr>
          <p:txBody>
            <a:bodyPr wrap="square" lIns="91407" tIns="45703" rIns="91407" bIns="45703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敬请期待</a:t>
              </a:r>
              <a:endParaRPr lang="id-ID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36" name="Freeform 54"/>
            <p:cNvSpPr>
              <a:spLocks noEditPoints="1"/>
            </p:cNvSpPr>
            <p:nvPr/>
          </p:nvSpPr>
          <p:spPr bwMode="auto">
            <a:xfrm>
              <a:off x="10602326" y="3318835"/>
              <a:ext cx="367206" cy="367204"/>
            </a:xfrm>
            <a:custGeom>
              <a:avLst/>
              <a:gdLst>
                <a:gd name="T0" fmla="*/ 100 w 200"/>
                <a:gd name="T1" fmla="*/ 0 h 200"/>
                <a:gd name="T2" fmla="*/ 100 w 200"/>
                <a:gd name="T3" fmla="*/ 0 h 200"/>
                <a:gd name="T4" fmla="*/ 100 w 200"/>
                <a:gd name="T5" fmla="*/ 200 h 200"/>
                <a:gd name="T6" fmla="*/ 100 w 200"/>
                <a:gd name="T7" fmla="*/ 200 h 200"/>
                <a:gd name="T8" fmla="*/ 200 w 200"/>
                <a:gd name="T9" fmla="*/ 100 h 200"/>
                <a:gd name="T10" fmla="*/ 104 w 200"/>
                <a:gd name="T11" fmla="*/ 59 h 200"/>
                <a:gd name="T12" fmla="*/ 140 w 200"/>
                <a:gd name="T13" fmla="*/ 96 h 200"/>
                <a:gd name="T14" fmla="*/ 104 w 200"/>
                <a:gd name="T15" fmla="*/ 59 h 200"/>
                <a:gd name="T16" fmla="*/ 104 w 200"/>
                <a:gd name="T17" fmla="*/ 8 h 200"/>
                <a:gd name="T18" fmla="*/ 104 w 200"/>
                <a:gd name="T19" fmla="*/ 51 h 200"/>
                <a:gd name="T20" fmla="*/ 96 w 200"/>
                <a:gd name="T21" fmla="*/ 51 h 200"/>
                <a:gd name="T22" fmla="*/ 96 w 200"/>
                <a:gd name="T23" fmla="*/ 8 h 200"/>
                <a:gd name="T24" fmla="*/ 96 w 200"/>
                <a:gd name="T25" fmla="*/ 96 h 200"/>
                <a:gd name="T26" fmla="*/ 65 w 200"/>
                <a:gd name="T27" fmla="*/ 55 h 200"/>
                <a:gd name="T28" fmla="*/ 52 w 200"/>
                <a:gd name="T29" fmla="*/ 96 h 200"/>
                <a:gd name="T30" fmla="*/ 29 w 200"/>
                <a:gd name="T31" fmla="*/ 41 h 200"/>
                <a:gd name="T32" fmla="*/ 52 w 200"/>
                <a:gd name="T33" fmla="*/ 96 h 200"/>
                <a:gd name="T34" fmla="*/ 57 w 200"/>
                <a:gd name="T35" fmla="*/ 146 h 200"/>
                <a:gd name="T36" fmla="*/ 8 w 200"/>
                <a:gd name="T37" fmla="*/ 104 h 200"/>
                <a:gd name="T38" fmla="*/ 60 w 200"/>
                <a:gd name="T39" fmla="*/ 104 h 200"/>
                <a:gd name="T40" fmla="*/ 96 w 200"/>
                <a:gd name="T41" fmla="*/ 140 h 200"/>
                <a:gd name="T42" fmla="*/ 60 w 200"/>
                <a:gd name="T43" fmla="*/ 104 h 200"/>
                <a:gd name="T44" fmla="*/ 96 w 200"/>
                <a:gd name="T45" fmla="*/ 191 h 200"/>
                <a:gd name="T46" fmla="*/ 96 w 200"/>
                <a:gd name="T47" fmla="*/ 148 h 200"/>
                <a:gd name="T48" fmla="*/ 104 w 200"/>
                <a:gd name="T49" fmla="*/ 148 h 200"/>
                <a:gd name="T50" fmla="*/ 104 w 200"/>
                <a:gd name="T51" fmla="*/ 191 h 200"/>
                <a:gd name="T52" fmla="*/ 104 w 200"/>
                <a:gd name="T53" fmla="*/ 104 h 200"/>
                <a:gd name="T54" fmla="*/ 135 w 200"/>
                <a:gd name="T55" fmla="*/ 144 h 200"/>
                <a:gd name="T56" fmla="*/ 148 w 200"/>
                <a:gd name="T57" fmla="*/ 104 h 200"/>
                <a:gd name="T58" fmla="*/ 171 w 200"/>
                <a:gd name="T59" fmla="*/ 158 h 200"/>
                <a:gd name="T60" fmla="*/ 148 w 200"/>
                <a:gd name="T61" fmla="*/ 104 h 200"/>
                <a:gd name="T62" fmla="*/ 143 w 200"/>
                <a:gd name="T63" fmla="*/ 53 h 200"/>
                <a:gd name="T64" fmla="*/ 192 w 200"/>
                <a:gd name="T65" fmla="*/ 96 h 200"/>
                <a:gd name="T66" fmla="*/ 166 w 200"/>
                <a:gd name="T67" fmla="*/ 35 h 200"/>
                <a:gd name="T68" fmla="*/ 121 w 200"/>
                <a:gd name="T69" fmla="*/ 10 h 200"/>
                <a:gd name="T70" fmla="*/ 78 w 200"/>
                <a:gd name="T71" fmla="*/ 10 h 200"/>
                <a:gd name="T72" fmla="*/ 34 w 200"/>
                <a:gd name="T73" fmla="*/ 35 h 200"/>
                <a:gd name="T74" fmla="*/ 34 w 200"/>
                <a:gd name="T75" fmla="*/ 164 h 200"/>
                <a:gd name="T76" fmla="*/ 78 w 200"/>
                <a:gd name="T77" fmla="*/ 189 h 200"/>
                <a:gd name="T78" fmla="*/ 121 w 200"/>
                <a:gd name="T79" fmla="*/ 189 h 200"/>
                <a:gd name="T80" fmla="*/ 166 w 200"/>
                <a:gd name="T81" fmla="*/ 16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0" h="200">
                  <a:moveTo>
                    <a:pt x="100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45" y="0"/>
                    <a:pt x="0" y="44"/>
                    <a:pt x="0" y="100"/>
                  </a:cubicBezTo>
                  <a:cubicBezTo>
                    <a:pt x="0" y="155"/>
                    <a:pt x="45" y="199"/>
                    <a:pt x="100" y="200"/>
                  </a:cubicBezTo>
                  <a:cubicBezTo>
                    <a:pt x="100" y="200"/>
                    <a:pt x="100" y="200"/>
                    <a:pt x="100" y="200"/>
                  </a:cubicBezTo>
                  <a:cubicBezTo>
                    <a:pt x="100" y="200"/>
                    <a:pt x="100" y="200"/>
                    <a:pt x="100" y="200"/>
                  </a:cubicBezTo>
                  <a:cubicBezTo>
                    <a:pt x="100" y="200"/>
                    <a:pt x="100" y="200"/>
                    <a:pt x="100" y="200"/>
                  </a:cubicBezTo>
                  <a:cubicBezTo>
                    <a:pt x="155" y="200"/>
                    <a:pt x="200" y="155"/>
                    <a:pt x="200" y="100"/>
                  </a:cubicBezTo>
                  <a:cubicBezTo>
                    <a:pt x="200" y="44"/>
                    <a:pt x="155" y="0"/>
                    <a:pt x="100" y="0"/>
                  </a:cubicBezTo>
                  <a:close/>
                  <a:moveTo>
                    <a:pt x="104" y="59"/>
                  </a:moveTo>
                  <a:cubicBezTo>
                    <a:pt x="115" y="59"/>
                    <a:pt x="125" y="58"/>
                    <a:pt x="135" y="55"/>
                  </a:cubicBezTo>
                  <a:cubicBezTo>
                    <a:pt x="138" y="67"/>
                    <a:pt x="140" y="81"/>
                    <a:pt x="140" y="96"/>
                  </a:cubicBezTo>
                  <a:cubicBezTo>
                    <a:pt x="104" y="96"/>
                    <a:pt x="104" y="96"/>
                    <a:pt x="104" y="96"/>
                  </a:cubicBezTo>
                  <a:lnTo>
                    <a:pt x="104" y="59"/>
                  </a:lnTo>
                  <a:close/>
                  <a:moveTo>
                    <a:pt x="104" y="51"/>
                  </a:moveTo>
                  <a:cubicBezTo>
                    <a:pt x="104" y="8"/>
                    <a:pt x="104" y="8"/>
                    <a:pt x="104" y="8"/>
                  </a:cubicBezTo>
                  <a:cubicBezTo>
                    <a:pt x="115" y="11"/>
                    <a:pt x="126" y="26"/>
                    <a:pt x="133" y="48"/>
                  </a:cubicBezTo>
                  <a:cubicBezTo>
                    <a:pt x="123" y="50"/>
                    <a:pt x="114" y="51"/>
                    <a:pt x="104" y="51"/>
                  </a:cubicBezTo>
                  <a:close/>
                  <a:moveTo>
                    <a:pt x="96" y="8"/>
                  </a:moveTo>
                  <a:cubicBezTo>
                    <a:pt x="96" y="51"/>
                    <a:pt x="96" y="51"/>
                    <a:pt x="96" y="51"/>
                  </a:cubicBezTo>
                  <a:cubicBezTo>
                    <a:pt x="86" y="51"/>
                    <a:pt x="76" y="50"/>
                    <a:pt x="67" y="48"/>
                  </a:cubicBezTo>
                  <a:cubicBezTo>
                    <a:pt x="74" y="25"/>
                    <a:pt x="85" y="11"/>
                    <a:pt x="96" y="8"/>
                  </a:cubicBezTo>
                  <a:close/>
                  <a:moveTo>
                    <a:pt x="96" y="59"/>
                  </a:moveTo>
                  <a:cubicBezTo>
                    <a:pt x="96" y="96"/>
                    <a:pt x="96" y="96"/>
                    <a:pt x="96" y="96"/>
                  </a:cubicBezTo>
                  <a:cubicBezTo>
                    <a:pt x="60" y="96"/>
                    <a:pt x="60" y="96"/>
                    <a:pt x="60" y="96"/>
                  </a:cubicBezTo>
                  <a:cubicBezTo>
                    <a:pt x="60" y="81"/>
                    <a:pt x="62" y="67"/>
                    <a:pt x="65" y="55"/>
                  </a:cubicBezTo>
                  <a:cubicBezTo>
                    <a:pt x="75" y="58"/>
                    <a:pt x="85" y="59"/>
                    <a:pt x="96" y="59"/>
                  </a:cubicBezTo>
                  <a:close/>
                  <a:moveTo>
                    <a:pt x="52" y="96"/>
                  </a:moveTo>
                  <a:cubicBezTo>
                    <a:pt x="8" y="96"/>
                    <a:pt x="8" y="96"/>
                    <a:pt x="8" y="96"/>
                  </a:cubicBezTo>
                  <a:cubicBezTo>
                    <a:pt x="9" y="75"/>
                    <a:pt x="17" y="56"/>
                    <a:pt x="29" y="41"/>
                  </a:cubicBezTo>
                  <a:cubicBezTo>
                    <a:pt x="38" y="46"/>
                    <a:pt x="47" y="50"/>
                    <a:pt x="57" y="53"/>
                  </a:cubicBezTo>
                  <a:cubicBezTo>
                    <a:pt x="54" y="66"/>
                    <a:pt x="52" y="80"/>
                    <a:pt x="52" y="96"/>
                  </a:cubicBezTo>
                  <a:close/>
                  <a:moveTo>
                    <a:pt x="52" y="104"/>
                  </a:moveTo>
                  <a:cubicBezTo>
                    <a:pt x="52" y="119"/>
                    <a:pt x="54" y="133"/>
                    <a:pt x="57" y="146"/>
                  </a:cubicBezTo>
                  <a:cubicBezTo>
                    <a:pt x="47" y="149"/>
                    <a:pt x="38" y="153"/>
                    <a:pt x="29" y="158"/>
                  </a:cubicBezTo>
                  <a:cubicBezTo>
                    <a:pt x="17" y="143"/>
                    <a:pt x="9" y="124"/>
                    <a:pt x="8" y="104"/>
                  </a:cubicBezTo>
                  <a:lnTo>
                    <a:pt x="52" y="104"/>
                  </a:lnTo>
                  <a:close/>
                  <a:moveTo>
                    <a:pt x="60" y="104"/>
                  </a:moveTo>
                  <a:cubicBezTo>
                    <a:pt x="96" y="104"/>
                    <a:pt x="96" y="104"/>
                    <a:pt x="96" y="104"/>
                  </a:cubicBezTo>
                  <a:cubicBezTo>
                    <a:pt x="96" y="140"/>
                    <a:pt x="96" y="140"/>
                    <a:pt x="96" y="140"/>
                  </a:cubicBezTo>
                  <a:cubicBezTo>
                    <a:pt x="85" y="140"/>
                    <a:pt x="75" y="141"/>
                    <a:pt x="65" y="144"/>
                  </a:cubicBezTo>
                  <a:cubicBezTo>
                    <a:pt x="62" y="132"/>
                    <a:pt x="60" y="118"/>
                    <a:pt x="60" y="104"/>
                  </a:cubicBezTo>
                  <a:close/>
                  <a:moveTo>
                    <a:pt x="96" y="148"/>
                  </a:moveTo>
                  <a:cubicBezTo>
                    <a:pt x="96" y="191"/>
                    <a:pt x="96" y="191"/>
                    <a:pt x="96" y="191"/>
                  </a:cubicBezTo>
                  <a:cubicBezTo>
                    <a:pt x="85" y="188"/>
                    <a:pt x="74" y="174"/>
                    <a:pt x="67" y="152"/>
                  </a:cubicBezTo>
                  <a:cubicBezTo>
                    <a:pt x="76" y="149"/>
                    <a:pt x="86" y="148"/>
                    <a:pt x="96" y="148"/>
                  </a:cubicBezTo>
                  <a:close/>
                  <a:moveTo>
                    <a:pt x="104" y="191"/>
                  </a:moveTo>
                  <a:cubicBezTo>
                    <a:pt x="104" y="148"/>
                    <a:pt x="104" y="148"/>
                    <a:pt x="104" y="148"/>
                  </a:cubicBezTo>
                  <a:cubicBezTo>
                    <a:pt x="114" y="148"/>
                    <a:pt x="123" y="149"/>
                    <a:pt x="133" y="152"/>
                  </a:cubicBezTo>
                  <a:cubicBezTo>
                    <a:pt x="126" y="174"/>
                    <a:pt x="115" y="188"/>
                    <a:pt x="104" y="191"/>
                  </a:cubicBezTo>
                  <a:close/>
                  <a:moveTo>
                    <a:pt x="104" y="140"/>
                  </a:moveTo>
                  <a:cubicBezTo>
                    <a:pt x="104" y="104"/>
                    <a:pt x="104" y="104"/>
                    <a:pt x="104" y="104"/>
                  </a:cubicBezTo>
                  <a:cubicBezTo>
                    <a:pt x="140" y="104"/>
                    <a:pt x="140" y="104"/>
                    <a:pt x="140" y="104"/>
                  </a:cubicBezTo>
                  <a:cubicBezTo>
                    <a:pt x="140" y="118"/>
                    <a:pt x="138" y="132"/>
                    <a:pt x="135" y="144"/>
                  </a:cubicBezTo>
                  <a:cubicBezTo>
                    <a:pt x="125" y="141"/>
                    <a:pt x="115" y="140"/>
                    <a:pt x="104" y="140"/>
                  </a:cubicBezTo>
                  <a:close/>
                  <a:moveTo>
                    <a:pt x="148" y="104"/>
                  </a:moveTo>
                  <a:cubicBezTo>
                    <a:pt x="192" y="104"/>
                    <a:pt x="192" y="104"/>
                    <a:pt x="192" y="104"/>
                  </a:cubicBezTo>
                  <a:cubicBezTo>
                    <a:pt x="191" y="124"/>
                    <a:pt x="183" y="143"/>
                    <a:pt x="171" y="158"/>
                  </a:cubicBezTo>
                  <a:cubicBezTo>
                    <a:pt x="162" y="153"/>
                    <a:pt x="153" y="149"/>
                    <a:pt x="143" y="146"/>
                  </a:cubicBezTo>
                  <a:cubicBezTo>
                    <a:pt x="146" y="133"/>
                    <a:pt x="148" y="119"/>
                    <a:pt x="148" y="104"/>
                  </a:cubicBezTo>
                  <a:close/>
                  <a:moveTo>
                    <a:pt x="148" y="96"/>
                  </a:moveTo>
                  <a:cubicBezTo>
                    <a:pt x="148" y="80"/>
                    <a:pt x="146" y="66"/>
                    <a:pt x="143" y="53"/>
                  </a:cubicBezTo>
                  <a:cubicBezTo>
                    <a:pt x="153" y="50"/>
                    <a:pt x="162" y="46"/>
                    <a:pt x="171" y="41"/>
                  </a:cubicBezTo>
                  <a:cubicBezTo>
                    <a:pt x="183" y="56"/>
                    <a:pt x="191" y="75"/>
                    <a:pt x="192" y="96"/>
                  </a:cubicBezTo>
                  <a:lnTo>
                    <a:pt x="148" y="96"/>
                  </a:lnTo>
                  <a:close/>
                  <a:moveTo>
                    <a:pt x="166" y="35"/>
                  </a:moveTo>
                  <a:cubicBezTo>
                    <a:pt x="158" y="39"/>
                    <a:pt x="149" y="43"/>
                    <a:pt x="140" y="46"/>
                  </a:cubicBezTo>
                  <a:cubicBezTo>
                    <a:pt x="136" y="30"/>
                    <a:pt x="129" y="18"/>
                    <a:pt x="121" y="10"/>
                  </a:cubicBezTo>
                  <a:cubicBezTo>
                    <a:pt x="138" y="14"/>
                    <a:pt x="154" y="23"/>
                    <a:pt x="166" y="35"/>
                  </a:cubicBezTo>
                  <a:close/>
                  <a:moveTo>
                    <a:pt x="78" y="10"/>
                  </a:moveTo>
                  <a:cubicBezTo>
                    <a:pt x="71" y="18"/>
                    <a:pt x="64" y="30"/>
                    <a:pt x="59" y="45"/>
                  </a:cubicBezTo>
                  <a:cubicBezTo>
                    <a:pt x="51" y="43"/>
                    <a:pt x="42" y="39"/>
                    <a:pt x="34" y="35"/>
                  </a:cubicBezTo>
                  <a:cubicBezTo>
                    <a:pt x="46" y="23"/>
                    <a:pt x="61" y="14"/>
                    <a:pt x="78" y="10"/>
                  </a:cubicBezTo>
                  <a:close/>
                  <a:moveTo>
                    <a:pt x="34" y="164"/>
                  </a:moveTo>
                  <a:cubicBezTo>
                    <a:pt x="42" y="160"/>
                    <a:pt x="51" y="156"/>
                    <a:pt x="59" y="154"/>
                  </a:cubicBezTo>
                  <a:cubicBezTo>
                    <a:pt x="64" y="169"/>
                    <a:pt x="71" y="181"/>
                    <a:pt x="78" y="189"/>
                  </a:cubicBezTo>
                  <a:cubicBezTo>
                    <a:pt x="61" y="185"/>
                    <a:pt x="46" y="176"/>
                    <a:pt x="34" y="164"/>
                  </a:cubicBezTo>
                  <a:close/>
                  <a:moveTo>
                    <a:pt x="121" y="189"/>
                  </a:moveTo>
                  <a:cubicBezTo>
                    <a:pt x="129" y="181"/>
                    <a:pt x="136" y="169"/>
                    <a:pt x="140" y="154"/>
                  </a:cubicBezTo>
                  <a:cubicBezTo>
                    <a:pt x="149" y="156"/>
                    <a:pt x="158" y="160"/>
                    <a:pt x="166" y="164"/>
                  </a:cubicBezTo>
                  <a:cubicBezTo>
                    <a:pt x="154" y="176"/>
                    <a:pt x="138" y="185"/>
                    <a:pt x="121" y="1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07" tIns="45703" rIns="91407" bIns="45703" numCol="1" anchor="t" anchorCtr="0" compatLnSpc="1"/>
            <a:lstStyle/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sp>
        <p:nvSpPr>
          <p:cNvPr id="8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ur="75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2" dur="75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2" dur="75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dur="75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ur="75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ur="75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32" presetID="2" presetClass="entr" presetSubtype="4" dur="7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4" grpId="0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A_图片 13">
            <a:extLst>
              <a:ext uri="{FF2B5EF4-FFF2-40B4-BE49-F238E27FC236}">
                <a16:creationId xmlns:a16="http://schemas.microsoft.com/office/drawing/2014/main" id="{2DED01FD-50B3-4F16-8138-DA497382D5B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59991" y="2321004"/>
            <a:ext cx="947201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3800" b="1" dirty="0">
                <a:gradFill flip="none" rotWithShape="1">
                  <a:gsLst>
                    <a:gs pos="100000">
                      <a:srgbClr val="EAB1C4"/>
                    </a:gs>
                    <a:gs pos="0">
                      <a:srgbClr val="2B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Thank You</a:t>
            </a:r>
            <a:endParaRPr lang="zh-CN" altLang="en-US" sz="13800" b="1" dirty="0">
              <a:gradFill flip="none" rotWithShape="1">
                <a:gsLst>
                  <a:gs pos="100000">
                    <a:srgbClr val="EAB1C4"/>
                  </a:gs>
                  <a:gs pos="0">
                    <a:srgbClr val="2BFFFF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" name="Rectangle 34"/>
          <p:cNvSpPr/>
          <p:nvPr/>
        </p:nvSpPr>
        <p:spPr>
          <a:xfrm>
            <a:off x="300979" y="6089427"/>
            <a:ext cx="3200675" cy="295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2025.07.03</a:t>
            </a:r>
          </a:p>
        </p:txBody>
      </p:sp>
      <p:sp>
        <p:nvSpPr>
          <p:cNvPr id="6" name="TextBox 10"/>
          <p:cNvSpPr txBox="1"/>
          <p:nvPr/>
        </p:nvSpPr>
        <p:spPr>
          <a:xfrm rot="5400000">
            <a:off x="9198334" y="2595778"/>
            <a:ext cx="5057887" cy="400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spc="300" dirty="0">
                <a:gradFill>
                  <a:gsLst>
                    <a:gs pos="100000">
                      <a:srgbClr val="EAB1C4"/>
                    </a:gs>
                    <a:gs pos="0">
                      <a:srgbClr val="2BFFFF"/>
                    </a:gs>
                  </a:gsLst>
                  <a:path path="circle">
                    <a:fillToRect l="100000" t="100000"/>
                  </a:path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Mentor X</a:t>
            </a:r>
            <a:endParaRPr lang="id-ID" sz="2000" spc="300" dirty="0">
              <a:gradFill>
                <a:gsLst>
                  <a:gs pos="100000">
                    <a:srgbClr val="EAB1C4"/>
                  </a:gs>
                  <a:gs pos="0">
                    <a:srgbClr val="2BFFFF"/>
                  </a:gs>
                </a:gsLst>
                <a:path path="circle">
                  <a:fillToRect l="100000" t="100000"/>
                </a:path>
              </a:gra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ur="75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COMMONDATA" val="eyJoZGlkIjoiMmMxNzY4NzliODJmOGYzMWEyZDdkODA0MWI0NTdiODcifQ=="/>
  <p:tag name="ISPRING_PRESENTATION_TITLE" val="1视频"/>
  <p:tag name="KSO_WPP_MARK_KEY" val="66ec9356-ac04-404d-a6d8-fc7bed49d35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Regular"/>
        <a:ea typeface="思源黑体 CN Regular"/>
        <a:cs typeface="Arial"/>
        <a:font script="Jpan" typeface="游ゴシック Light"/>
        <a:font script="Hang" typeface="맑은 고딕"/>
        <a:font script="Hans" typeface="思源黑体 CN Regula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Regular"/>
        <a:font script="Hebr" typeface="思源黑体 CN Regula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Regula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Regular"/>
        <a:ea typeface="思源黑体 CN Regular"/>
        <a:cs typeface="Arial"/>
        <a:font script="Jpan" typeface="游ゴシック Light"/>
        <a:font script="Hang" typeface="맑은 고딕"/>
        <a:font script="Hans" typeface="思源黑体 CN Regula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Regular"/>
        <a:font script="Hebr" typeface="思源黑体 CN Regula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Regula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思源黑体 CN Regula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Regular"/>
        <a:ea typeface="思源黑体 CN Regular"/>
        <a:cs typeface="Arial"/>
        <a:font script="Jpan" typeface="ＭＳ Ｐゴシック"/>
        <a:font script="Hang" typeface="맑은 고딕"/>
        <a:font script="Hans" typeface="思源黑体 CN Regular"/>
        <a:font script="Hant" typeface="新細明體"/>
        <a:font script="Arab" typeface="思源黑体 CN Regular"/>
        <a:font script="Hebr" typeface="思源黑体 CN Regula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Regula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246</TotalTime>
  <Words>1462</Words>
  <Application>Microsoft Office PowerPoint</Application>
  <PresentationFormat>宽屏</PresentationFormat>
  <Paragraphs>190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汉仪综艺体简</vt:lpstr>
      <vt:lpstr>微软雅黑</vt:lpstr>
      <vt:lpstr>Arial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抽象艺术</dc:title>
  <dc:creator>第一PPT</dc:creator>
  <cp:keywords>www.1ppt.com</cp:keywords>
  <dc:description>www.1ppt.com</dc:description>
  <cp:lastModifiedBy>东霖 吴</cp:lastModifiedBy>
  <cp:revision>65</cp:revision>
  <dcterms:created xsi:type="dcterms:W3CDTF">2019-03-26T06:47:00Z</dcterms:created>
  <dcterms:modified xsi:type="dcterms:W3CDTF">2025-07-01T04:01:15Z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4DF253171D234DEC87EF3A78CC030152</vt:lpwstr>
  </property>
  <property fmtid="{D5CDD505-2E9C-101B-9397-08002B2CF9AE}" pid="3" name="KSOProductBuildVer">
    <vt:lpwstr>2052-12.1.0.18276</vt:lpwstr>
  </property>
</Properties>
</file>